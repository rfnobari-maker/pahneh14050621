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7.xml" ContentType="application/vnd.openxmlformats-officedocument.theme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8.xml" ContentType="application/vnd.openxmlformats-officedocument.theme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9.xml" ContentType="application/vnd.openxmlformats-officedocument.theme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10.xml" ContentType="application/vnd.openxmlformats-officedocument.theme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theme/theme11.xml" ContentType="application/vnd.openxmlformats-officedocument.theme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theme/theme12.xml" ContentType="application/vnd.openxmlformats-officedocument.theme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theme/theme13.xml" ContentType="application/vnd.openxmlformats-officedocument.theme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theme/theme14.xml" ContentType="application/vnd.openxmlformats-officedocument.theme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theme/theme15.xml" ContentType="application/vnd.openxmlformats-officedocument.theme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theme/theme16.xml" ContentType="application/vnd.openxmlformats-officedocument.theme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theme/theme17.xml" ContentType="application/vnd.openxmlformats-officedocument.theme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theme/theme18.xml" ContentType="application/vnd.openxmlformats-officedocument.theme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theme/theme19.xml" ContentType="application/vnd.openxmlformats-officedocument.theme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theme/theme20.xml" ContentType="application/vnd.openxmlformats-officedocument.theme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theme/theme21.xml" ContentType="application/vnd.openxmlformats-officedocument.theme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theme/theme22.xml" ContentType="application/vnd.openxmlformats-officedocument.theme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theme/theme23.xml" ContentType="application/vnd.openxmlformats-officedocument.theme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theme/theme24.xml" ContentType="application/vnd.openxmlformats-officedocument.theme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theme/theme25.xml" ContentType="application/vnd.openxmlformats-officedocument.theme+xml"/>
  <Override PartName="/ppt/theme/theme2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5" r:id="rId4"/>
    <p:sldMasterId id="2147483698" r:id="rId5"/>
    <p:sldMasterId id="2147483711" r:id="rId6"/>
    <p:sldMasterId id="2147483723" r:id="rId7"/>
    <p:sldMasterId id="2147483735" r:id="rId8"/>
    <p:sldMasterId id="2147483747" r:id="rId9"/>
    <p:sldMasterId id="2147483759" r:id="rId10"/>
    <p:sldMasterId id="2147483771" r:id="rId11"/>
    <p:sldMasterId id="2147483783" r:id="rId12"/>
    <p:sldMasterId id="2147483795" r:id="rId13"/>
    <p:sldMasterId id="2147483807" r:id="rId14"/>
    <p:sldMasterId id="2147483819" r:id="rId15"/>
    <p:sldMasterId id="2147483831" r:id="rId16"/>
    <p:sldMasterId id="2147483843" r:id="rId17"/>
    <p:sldMasterId id="2147483855" r:id="rId18"/>
    <p:sldMasterId id="2147483867" r:id="rId19"/>
    <p:sldMasterId id="2147483879" r:id="rId20"/>
    <p:sldMasterId id="2147483891" r:id="rId21"/>
    <p:sldMasterId id="2147483903" r:id="rId22"/>
    <p:sldMasterId id="2147483915" r:id="rId23"/>
    <p:sldMasterId id="2147483927" r:id="rId24"/>
    <p:sldMasterId id="2147483939" r:id="rId25"/>
  </p:sldMasterIdLst>
  <p:notesMasterIdLst>
    <p:notesMasterId r:id="rId65"/>
  </p:notesMasterIdLst>
  <p:sldIdLst>
    <p:sldId id="256" r:id="rId26"/>
    <p:sldId id="258" r:id="rId27"/>
    <p:sldId id="297" r:id="rId28"/>
    <p:sldId id="298" r:id="rId29"/>
    <p:sldId id="299" r:id="rId30"/>
    <p:sldId id="262" r:id="rId31"/>
    <p:sldId id="300" r:id="rId32"/>
    <p:sldId id="301" r:id="rId33"/>
    <p:sldId id="302" r:id="rId34"/>
    <p:sldId id="303" r:id="rId35"/>
    <p:sldId id="267" r:id="rId36"/>
    <p:sldId id="304" r:id="rId37"/>
    <p:sldId id="269" r:id="rId38"/>
    <p:sldId id="270" r:id="rId39"/>
    <p:sldId id="271" r:id="rId40"/>
    <p:sldId id="272" r:id="rId41"/>
    <p:sldId id="273" r:id="rId42"/>
    <p:sldId id="274" r:id="rId43"/>
    <p:sldId id="275" r:id="rId44"/>
    <p:sldId id="305" r:id="rId45"/>
    <p:sldId id="306" r:id="rId46"/>
    <p:sldId id="279" r:id="rId47"/>
    <p:sldId id="280" r:id="rId48"/>
    <p:sldId id="307" r:id="rId49"/>
    <p:sldId id="283" r:id="rId50"/>
    <p:sldId id="285" r:id="rId51"/>
    <p:sldId id="308" r:id="rId52"/>
    <p:sldId id="309" r:id="rId53"/>
    <p:sldId id="317" r:id="rId54"/>
    <p:sldId id="310" r:id="rId55"/>
    <p:sldId id="318" r:id="rId56"/>
    <p:sldId id="311" r:id="rId57"/>
    <p:sldId id="288" r:id="rId58"/>
    <p:sldId id="289" r:id="rId59"/>
    <p:sldId id="312" r:id="rId60"/>
    <p:sldId id="313" r:id="rId61"/>
    <p:sldId id="314" r:id="rId62"/>
    <p:sldId id="315" r:id="rId63"/>
    <p:sldId id="316" r:id="rId6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164" y="-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" Target="slides/slide1.xml"/><Relationship Id="rId39" Type="http://schemas.openxmlformats.org/officeDocument/2006/relationships/slide" Target="slides/slide14.xml"/><Relationship Id="rId21" Type="http://schemas.openxmlformats.org/officeDocument/2006/relationships/slideMaster" Target="slideMasters/slideMaster21.xml"/><Relationship Id="rId34" Type="http://schemas.openxmlformats.org/officeDocument/2006/relationships/slide" Target="slides/slide9.xml"/><Relationship Id="rId42" Type="http://schemas.openxmlformats.org/officeDocument/2006/relationships/slide" Target="slides/slide17.xml"/><Relationship Id="rId47" Type="http://schemas.openxmlformats.org/officeDocument/2006/relationships/slide" Target="slides/slide22.xml"/><Relationship Id="rId50" Type="http://schemas.openxmlformats.org/officeDocument/2006/relationships/slide" Target="slides/slide25.xml"/><Relationship Id="rId55" Type="http://schemas.openxmlformats.org/officeDocument/2006/relationships/slide" Target="slides/slide30.xml"/><Relationship Id="rId63" Type="http://schemas.openxmlformats.org/officeDocument/2006/relationships/slide" Target="slides/slide38.xml"/><Relationship Id="rId68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" Target="slides/slide4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" Target="slides/slide7.xml"/><Relationship Id="rId37" Type="http://schemas.openxmlformats.org/officeDocument/2006/relationships/slide" Target="slides/slide12.xml"/><Relationship Id="rId40" Type="http://schemas.openxmlformats.org/officeDocument/2006/relationships/slide" Target="slides/slide15.xml"/><Relationship Id="rId45" Type="http://schemas.openxmlformats.org/officeDocument/2006/relationships/slide" Target="slides/slide20.xml"/><Relationship Id="rId53" Type="http://schemas.openxmlformats.org/officeDocument/2006/relationships/slide" Target="slides/slide28.xml"/><Relationship Id="rId58" Type="http://schemas.openxmlformats.org/officeDocument/2006/relationships/slide" Target="slides/slide33.xml"/><Relationship Id="rId66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" Target="slides/slide3.xml"/><Relationship Id="rId36" Type="http://schemas.openxmlformats.org/officeDocument/2006/relationships/slide" Target="slides/slide11.xml"/><Relationship Id="rId49" Type="http://schemas.openxmlformats.org/officeDocument/2006/relationships/slide" Target="slides/slide24.xml"/><Relationship Id="rId57" Type="http://schemas.openxmlformats.org/officeDocument/2006/relationships/slide" Target="slides/slide32.xml"/><Relationship Id="rId61" Type="http://schemas.openxmlformats.org/officeDocument/2006/relationships/slide" Target="slides/slide36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31" Type="http://schemas.openxmlformats.org/officeDocument/2006/relationships/slide" Target="slides/slide6.xml"/><Relationship Id="rId44" Type="http://schemas.openxmlformats.org/officeDocument/2006/relationships/slide" Target="slides/slide19.xml"/><Relationship Id="rId52" Type="http://schemas.openxmlformats.org/officeDocument/2006/relationships/slide" Target="slides/slide27.xml"/><Relationship Id="rId60" Type="http://schemas.openxmlformats.org/officeDocument/2006/relationships/slide" Target="slides/slide35.xml"/><Relationship Id="rId65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" Target="slides/slide2.xml"/><Relationship Id="rId30" Type="http://schemas.openxmlformats.org/officeDocument/2006/relationships/slide" Target="slides/slide5.xml"/><Relationship Id="rId35" Type="http://schemas.openxmlformats.org/officeDocument/2006/relationships/slide" Target="slides/slide10.xml"/><Relationship Id="rId43" Type="http://schemas.openxmlformats.org/officeDocument/2006/relationships/slide" Target="slides/slide18.xml"/><Relationship Id="rId48" Type="http://schemas.openxmlformats.org/officeDocument/2006/relationships/slide" Target="slides/slide23.xml"/><Relationship Id="rId56" Type="http://schemas.openxmlformats.org/officeDocument/2006/relationships/slide" Target="slides/slide31.xml"/><Relationship Id="rId64" Type="http://schemas.openxmlformats.org/officeDocument/2006/relationships/slide" Target="slides/slide39.xml"/><Relationship Id="rId69" Type="http://schemas.openxmlformats.org/officeDocument/2006/relationships/tableStyles" Target="tableStyles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26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" Target="slides/slide8.xml"/><Relationship Id="rId38" Type="http://schemas.openxmlformats.org/officeDocument/2006/relationships/slide" Target="slides/slide13.xml"/><Relationship Id="rId46" Type="http://schemas.openxmlformats.org/officeDocument/2006/relationships/slide" Target="slides/slide21.xml"/><Relationship Id="rId59" Type="http://schemas.openxmlformats.org/officeDocument/2006/relationships/slide" Target="slides/slide34.xml"/><Relationship Id="rId67" Type="http://schemas.openxmlformats.org/officeDocument/2006/relationships/viewProps" Target="viewProps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16.xml"/><Relationship Id="rId54" Type="http://schemas.openxmlformats.org/officeDocument/2006/relationships/slide" Target="slides/slide29.xml"/><Relationship Id="rId62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0A663000-7B2A-4531-9EE2-672406F64601}" type="datetimeFigureOut">
              <a:rPr lang="fa-IR" smtClean="0"/>
              <a:t>10/03/1447</a:t>
            </a:fld>
            <a:endParaRPr lang="fa-I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fa-I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D7FDAC5F-D535-4630-A99D-CFA7EA68EE40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321048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fa-IR" altLang="fa-IR" smtClean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algn="l" rtl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rtl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fld id="{28CC00BC-3BB8-4BF5-996B-950D4D5BC145}" type="slidenum">
              <a:rPr lang="fa-IR" altLang="fa-IR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fa-IR" altLang="fa-IR" smtClean="0">
              <a:solidFill>
                <a:prstClr val="black"/>
              </a:solidFill>
            </a:endParaRPr>
          </a:p>
        </p:txBody>
      </p:sp>
      <p:sp>
        <p:nvSpPr>
          <p:cNvPr id="11269" name="Footer Placeholder 1"/>
          <p:cNvSpPr>
            <a:spLocks noGrp="1"/>
          </p:cNvSpPr>
          <p:nvPr>
            <p:ph type="ftr" sz="quarter" idx="4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algn="l" rtl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rtl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algn="l" rtl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algn="l" rtl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algn="l" rtl="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>
              <a:defRPr/>
            </a:pPr>
            <a:endParaRPr lang="fa-IR" altLang="fa-IR" smtClean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757B76-2DC7-4D5B-90B8-D5A6C9F312B2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5649D8-C9DC-4B89-836E-746FE3B1492F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19695955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CDED43-3D35-4AEC-AD96-CA9499871B9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B8743D-0ECD-4524-BE78-31EE294209B4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2406987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D91C89-4915-4F71-9886-C8344E63140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BBAFC2-12CE-4E5F-9DD0-BF9990EE7FE4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5981812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8D543B-A877-461B-93A6-B9FD0EC04186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A8BD00-E9EC-43D4-B922-5C03A5DAAD4B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1342426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E16F01-C843-411D-9084-5655BF7A389E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06EDF5-D5B0-41EE-BEAD-588093790A63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6071651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120455-575F-4917-B71D-5EB1E809F73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B42B92-F0B5-4BCC-8C7B-FC58C3B1154F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17161976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2B1EA6-B149-4FAC-9A11-F20BC7F7FDF5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8AEB7A-1E85-44F6-B5D5-5FBFF4F9614F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38345906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F63001-7D5A-4921-8170-B556F5DD46D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3B3AAB-0C93-44D6-B08E-7346216FFBBF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70900294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F86147-5483-4F0D-8F8C-2AA2DF440AF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31091D-3972-44E2-ADD5-E2A841EC502D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25953914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B9C0FF-4C7A-47EC-B6FB-5DC8A64BDE5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6B3934-223C-4E5C-85BA-A592D44C091B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16103550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4017E-46C7-4912-8F34-6BA9F3883AD2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D05992-65E4-489B-9DD2-0AC7348F0DE1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3327209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276" y="2310396"/>
            <a:ext cx="8239448" cy="2036067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0482" y="4650641"/>
            <a:ext cx="8246319" cy="814425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rgbClr val="740019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8ABEFC-01DD-476D-81C1-9C91C40DA6F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54D65B-CE16-43FD-805B-3CB6F2093B1D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16342473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5189"/>
            <a:ext cx="8229600" cy="1147744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740019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800147"/>
            <a:ext cx="8229600" cy="4500388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8848B0-32ED-4FF6-A7E9-6A7A58BE984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5E97F-66CA-49F2-AF4E-FFFE549C34B7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35423583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0801" y="438742"/>
            <a:ext cx="6089073" cy="1349356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740019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90801" y="1788097"/>
            <a:ext cx="6089073" cy="4546920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DC4115-8777-41B3-95B6-F6B73351F27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827842-551A-47F3-99A9-DBC1F042ED04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13147715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71B044-12D8-48F4-8B31-CBBF154B1F65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F4A9D5-B200-41FD-AF99-B8DE428503AD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5910729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B58E7C-F319-40A0-A14B-CB9F3F819DC6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617433-3295-47CC-9848-0B5B61EEF4A3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16459111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485" y="233570"/>
            <a:ext cx="8075311" cy="1138316"/>
          </a:xfrm>
        </p:spPr>
        <p:txBody>
          <a:bodyPr>
            <a:normAutofit/>
          </a:bodyPr>
          <a:lstStyle>
            <a:lvl1pPr algn="r">
              <a:defRPr sz="3600" u="none" baseline="0">
                <a:solidFill>
                  <a:srgbClr val="740019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809" y="2059991"/>
            <a:ext cx="4040188" cy="75819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80" y="2818181"/>
            <a:ext cx="4035120" cy="3237091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1" y="2059990"/>
            <a:ext cx="4041775" cy="758191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2" y="2818181"/>
            <a:ext cx="4041775" cy="3237092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2C697B-AB65-448C-8B6D-F902FFF550B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C184E3-B36B-4F38-8FF3-D9767523F575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42910995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C82CF7-0585-484A-893C-946CB308BDB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6CA43E-F788-4624-B124-758D5186FDE1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12300869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1B2CFA-FE30-49CC-B8DE-3F65B4E88AE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6E0CBF-433A-499B-8026-16A20F1617E3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10598793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A2C00F-1BF9-47F6-B8CB-417FCA825987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EACFB0-2BF6-400B-B36C-BFD42F312CCB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37195162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70F0E3-05EE-4736-B23B-43EAC3477B0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09489F-FCB6-4CEB-B1AD-157164E3FBEE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5544634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20483-29FA-454F-9918-F4D7A031534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A62E8-C19C-45A1-9A08-8A42D28AC4A5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277114374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E:\websites\free-power-point-templates\2012\logo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413" y="3101975"/>
            <a:ext cx="14636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03772F-D361-4E1E-A00E-02EC243C562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AF4091-9BA6-4DCC-B513-0D7CF72D328A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27652468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1670" y="1800147"/>
            <a:ext cx="8246070" cy="1832460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1670" y="3836214"/>
            <a:ext cx="8398775" cy="1832460"/>
          </a:xfrm>
        </p:spPr>
        <p:txBody>
          <a:bodyPr>
            <a:normAutofit/>
          </a:bodyPr>
          <a:lstStyle>
            <a:lvl1pPr marL="0" indent="0" algn="l">
              <a:buNone/>
              <a:defRPr sz="2800" b="0" i="0">
                <a:solidFill>
                  <a:srgbClr val="D3A90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4BF6A-5993-4F49-A807-A7E785BAACCE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B29903-3A76-41D4-AC33-EBC309D2835F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317096741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578507"/>
            <a:ext cx="8246070" cy="814428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rgbClr val="D3A90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392934"/>
            <a:ext cx="8246070" cy="5090164"/>
          </a:xfrm>
        </p:spPr>
        <p:txBody>
          <a:bodyPr/>
          <a:lstStyle>
            <a:lvl1pPr algn="l">
              <a:defRPr sz="2800">
                <a:solidFill>
                  <a:schemeClr val="bg2">
                    <a:lumMod val="10000"/>
                  </a:schemeClr>
                </a:solidFill>
              </a:defRPr>
            </a:lvl1pPr>
            <a:lvl2pPr algn="l">
              <a:defRPr>
                <a:solidFill>
                  <a:schemeClr val="bg2">
                    <a:lumMod val="10000"/>
                  </a:schemeClr>
                </a:solidFill>
              </a:defRPr>
            </a:lvl2pPr>
            <a:lvl3pPr algn="l">
              <a:defRPr>
                <a:solidFill>
                  <a:schemeClr val="bg2">
                    <a:lumMod val="10000"/>
                  </a:schemeClr>
                </a:solidFill>
              </a:defRPr>
            </a:lvl3pPr>
            <a:lvl4pPr algn="l">
              <a:defRPr>
                <a:solidFill>
                  <a:schemeClr val="bg2">
                    <a:lumMod val="10000"/>
                  </a:schemeClr>
                </a:solidFill>
              </a:defRPr>
            </a:lvl4pPr>
            <a:lvl5pPr algn="l">
              <a:defRPr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D0E9A0-C55E-4CBB-B704-0D9559A22E9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EFC1B8-6118-4E3E-AF27-4DE94B52DBC0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37700800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578507"/>
            <a:ext cx="6260905" cy="763525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D3A90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5" y="1392934"/>
            <a:ext cx="6260906" cy="4681415"/>
          </a:xfrm>
        </p:spPr>
        <p:txBody>
          <a:bodyPr/>
          <a:lstStyle>
            <a:lvl1pPr>
              <a:defRPr sz="2800"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827B62-8987-449D-AA0F-96FB3428279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EF70C8-78A5-4E35-9818-19566457B0D4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167545668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210C4E-C787-422F-BE71-1228F59D8F71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02191E-08FB-489F-87E9-7011767C23AA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134427821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F7E34E-CAF1-4594-8B47-08088F03AB4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B20833-D067-49A4-B74A-BB45552355D5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14949768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318" y="578507"/>
            <a:ext cx="8093365" cy="814427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rgbClr val="D3A90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2207359"/>
            <a:ext cx="4040188" cy="639763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2837221"/>
            <a:ext cx="4040188" cy="3035059"/>
          </a:xfrm>
        </p:spPr>
        <p:txBody>
          <a:bodyPr/>
          <a:lstStyle>
            <a:lvl1pPr algn="ctr"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algn="ctr"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 algn="ctr">
              <a:defRPr sz="1800">
                <a:solidFill>
                  <a:schemeClr val="bg2">
                    <a:lumMod val="10000"/>
                  </a:schemeClr>
                </a:solidFill>
              </a:defRPr>
            </a:lvl3pPr>
            <a:lvl4pPr algn="ctr">
              <a:defRPr sz="1600">
                <a:solidFill>
                  <a:schemeClr val="bg2">
                    <a:lumMod val="10000"/>
                  </a:schemeClr>
                </a:solidFill>
              </a:defRPr>
            </a:lvl4pPr>
            <a:lvl5pPr algn="ctr">
              <a:defRPr sz="1600">
                <a:solidFill>
                  <a:schemeClr val="bg2">
                    <a:lumMod val="1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1" y="2207359"/>
            <a:ext cx="4041775" cy="639763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2">
                    <a:lumMod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1" y="2837221"/>
            <a:ext cx="4041775" cy="3035059"/>
          </a:xfrm>
        </p:spPr>
        <p:txBody>
          <a:bodyPr/>
          <a:lstStyle>
            <a:lvl1pPr algn="ctr">
              <a:defRPr sz="2400">
                <a:solidFill>
                  <a:schemeClr val="bg2">
                    <a:lumMod val="10000"/>
                  </a:schemeClr>
                </a:solidFill>
              </a:defRPr>
            </a:lvl1pPr>
            <a:lvl2pPr algn="ctr">
              <a:defRPr sz="2000">
                <a:solidFill>
                  <a:schemeClr val="bg2">
                    <a:lumMod val="10000"/>
                  </a:schemeClr>
                </a:solidFill>
              </a:defRPr>
            </a:lvl2pPr>
            <a:lvl3pPr algn="ctr">
              <a:defRPr sz="1800">
                <a:solidFill>
                  <a:schemeClr val="bg2">
                    <a:lumMod val="10000"/>
                  </a:schemeClr>
                </a:solidFill>
              </a:defRPr>
            </a:lvl3pPr>
            <a:lvl4pPr algn="ctr">
              <a:defRPr sz="1600">
                <a:solidFill>
                  <a:schemeClr val="bg2">
                    <a:lumMod val="10000"/>
                  </a:schemeClr>
                </a:solidFill>
              </a:defRPr>
            </a:lvl4pPr>
            <a:lvl5pPr algn="ctr">
              <a:defRPr sz="1600">
                <a:solidFill>
                  <a:schemeClr val="bg2">
                    <a:lumMod val="1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2D39DB-FC6C-4C40-B68D-1128FB803B8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82B9C-BB35-4601-AE19-7261189AD37A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351124859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A57AC8-95BC-4A26-AB30-E382B7D6B4D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4B23F-D076-492E-9268-431CEEA5735F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31218808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2D0320-058B-43F9-9DC3-580905647CC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07A663-0795-48EF-BA0C-B8F0EBA8A7F1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262473947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7EB667-72AE-4907-892B-26F9B76F357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4D404F-B778-4B5F-97D5-33EDF482960C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28816930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E5F86D-CB0B-4B07-820D-4B247FD7BADE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865B57-5A2B-4476-8673-6B84EBF3CC3D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263813524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C4D63D-6644-42E6-84EF-242E227B5771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1206B3-C8F1-429D-832C-3E64C792E084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408041801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E:\websites\free-power-point-templates\2012\logo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8413" y="3101975"/>
            <a:ext cx="14636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84FE07-EA48-456B-AB45-D37400EB6CF5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6BA705-DA0B-4214-87BD-D93A52030168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24298094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1670" y="3836214"/>
            <a:ext cx="7940660" cy="1628853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rgbClr val="C4002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1670" y="5465067"/>
            <a:ext cx="7940660" cy="814427"/>
          </a:xfrm>
        </p:spPr>
        <p:txBody>
          <a:bodyPr>
            <a:normAutofit/>
          </a:bodyPr>
          <a:lstStyle>
            <a:lvl1pPr marL="0" indent="0" algn="l">
              <a:buNone/>
              <a:defRPr sz="2800" b="0" i="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44ACBF-E120-4109-90D5-7ACD2EA75585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76663B-A4C8-4C86-9410-1E1DD01C9E12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51279347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374900"/>
            <a:ext cx="8246070" cy="814427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rgbClr val="C4002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596541"/>
            <a:ext cx="8246070" cy="4682945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80B228-7A3C-41BE-98C4-5BD2074087D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B0F58-DA27-451E-AC45-CA84C2C6FAE7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160678990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578507"/>
            <a:ext cx="5802790" cy="763525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C4002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5" y="1598079"/>
            <a:ext cx="5802790" cy="4681415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1CD8B2-4BEB-459D-87B1-44CF38DAC19C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AC8EA8-C7ED-435E-9A6F-060E62E2B272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31436600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0A924D-C436-4233-9582-48BF8EB97B4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F800A3-3554-4100-A5F1-B4D5B5B8FCB9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27945497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82350E-736A-44C4-AC5C-ED55AE8CF112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D39649-0AB8-426B-99F0-142FB5DD2682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256812736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374900"/>
            <a:ext cx="8246071" cy="814427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rgbClr val="C4002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2614573"/>
            <a:ext cx="4040188" cy="639763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3189934"/>
            <a:ext cx="4040188" cy="2850495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1" y="2614573"/>
            <a:ext cx="4041775" cy="639763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1" y="3189934"/>
            <a:ext cx="4041775" cy="2850495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375E12-338F-4D5F-A68D-01CDA93239B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32C735-3824-4835-A791-F6252720C817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165879815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9D558D-0563-4656-A0AA-F2CAE724D79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A74795-BEFB-43FF-B54F-4377D9BDBD62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40564425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7022BC-A008-4D80-95CF-0D34AFEBE245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8F2060-862B-4074-BDD8-9DD87C0222A6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183069619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B74C3F-9610-4A6D-8D6B-67DC2F94A1C5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152367-13A9-4A49-8198-7859C4EAA38F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129697673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4AEB5-6023-423D-8F5F-43DD272F10F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1B2E2-6BD0-48F4-B54E-F38C2222F81A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29245287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61444C-EBFA-4D8C-889D-502AEB0DF081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9A627-78FA-40E4-A635-589889BD0125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333458130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E:\websites\free-power-point-templates\2012\logo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7950" y="3101975"/>
            <a:ext cx="14636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36DCF3-6B03-4EE7-A7F7-D8CFFC615B15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C3E92-A406-482E-AF17-8B784D8C959E}" type="slidenum">
              <a:rPr lang="en-US" altLang="fa-IR"/>
              <a:pPr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295674926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F6F4F-D6E3-48B1-9EA3-03106559586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BBA31-17F8-46E3-BA97-3E1BAC5A9C8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547903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3173CC-F3B6-44CA-8FA3-88D55B531B8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16D8D-57AD-4B20-B45E-BC430C355CE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17449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31972-9CBF-4F6E-9410-9D66C5EA90F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D6CBC-FE73-4C13-BE09-4962090B79A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13718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B51D6-7082-433D-B8F3-573BD7347E8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36404-414D-4239-87C5-83D7ABCD891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850145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D8022-D8B8-4A8C-BA22-0B9F2C788C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53403-9393-4CE2-AF33-13E8D42CE4F4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94458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8664E-B8E3-4485-BA52-05B96CA4C5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FA1E8-629F-41A0-8D13-A203D1D01CE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37724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4A097-65F3-4B91-8232-EE8ED442480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6617C-5D72-4264-9A99-0C9E5755FE1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46908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7F4BF-E7A2-433E-B0F5-655EBCF291C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ED64F-FE6F-4096-9CD2-97EE89BB66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05648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1DF40B-E06C-4611-8CF5-5F01BB8B447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E55DA1-1760-4D16-BCA5-B2CFDD0284F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950650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ACEE1-31DC-4B7D-ADB2-7FFEFC48D54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9FD37-47D0-45BD-A5FD-B7C83FCC669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234379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D701FE-9650-4227-95E4-B8725700938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55511-463E-4068-A15C-F32D40E0E8B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916361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F6F4F-D6E3-48B1-9EA3-03106559586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BBA31-17F8-46E3-BA97-3E1BAC5A9C8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786279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3173CC-F3B6-44CA-8FA3-88D55B531B8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16D8D-57AD-4B20-B45E-BC430C355CE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547887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31972-9CBF-4F6E-9410-9D66C5EA90F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D6CBC-FE73-4C13-BE09-4962090B79A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82861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B51D6-7082-433D-B8F3-573BD7347E8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36404-414D-4239-87C5-83D7ABCD891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36670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D8022-D8B8-4A8C-BA22-0B9F2C788C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53403-9393-4CE2-AF33-13E8D42CE4F4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46954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8664E-B8E3-4485-BA52-05B96CA4C5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FA1E8-629F-41A0-8D13-A203D1D01CE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776735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4A097-65F3-4B91-8232-EE8ED442480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6617C-5D72-4264-9A99-0C9E5755FE1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41429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7F4BF-E7A2-433E-B0F5-655EBCF291C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ED64F-FE6F-4096-9CD2-97EE89BB66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468424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1DF40B-E06C-4611-8CF5-5F01BB8B447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E55DA1-1760-4D16-BCA5-B2CFDD0284F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05514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ACEE1-31DC-4B7D-ADB2-7FFEFC48D54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9FD37-47D0-45BD-A5FD-B7C83FCC669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214275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D701FE-9650-4227-95E4-B8725700938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55511-463E-4068-A15C-F32D40E0E8B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067515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F6F4F-D6E3-48B1-9EA3-03106559586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BBA31-17F8-46E3-BA97-3E1BAC5A9C8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71344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3173CC-F3B6-44CA-8FA3-88D55B531B8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16D8D-57AD-4B20-B45E-BC430C355CE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163091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31972-9CBF-4F6E-9410-9D66C5EA90F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D6CBC-FE73-4C13-BE09-4962090B79A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790949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B51D6-7082-433D-B8F3-573BD7347E8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36404-414D-4239-87C5-83D7ABCD891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16431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D8022-D8B8-4A8C-BA22-0B9F2C788C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53403-9393-4CE2-AF33-13E8D42CE4F4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567355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8664E-B8E3-4485-BA52-05B96CA4C5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FA1E8-629F-41A0-8D13-A203D1D01CE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967431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4A097-65F3-4B91-8232-EE8ED442480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6617C-5D72-4264-9A99-0C9E5755FE1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67854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7F4BF-E7A2-433E-B0F5-655EBCF291C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ED64F-FE6F-4096-9CD2-97EE89BB66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98535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1DF40B-E06C-4611-8CF5-5F01BB8B447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E55DA1-1760-4D16-BCA5-B2CFDD0284F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486467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ACEE1-31DC-4B7D-ADB2-7FFEFC48D54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9FD37-47D0-45BD-A5FD-B7C83FCC669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597763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D701FE-9650-4227-95E4-B8725700938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55511-463E-4068-A15C-F32D40E0E8B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04637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F6F4F-D6E3-48B1-9EA3-03106559586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BBA31-17F8-46E3-BA97-3E1BAC5A9C8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187680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3173CC-F3B6-44CA-8FA3-88D55B531B8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16D8D-57AD-4B20-B45E-BC430C355CE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23881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31972-9CBF-4F6E-9410-9D66C5EA90F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D6CBC-FE73-4C13-BE09-4962090B79A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6301540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B51D6-7082-433D-B8F3-573BD7347E8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36404-414D-4239-87C5-83D7ABCD891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17189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D8022-D8B8-4A8C-BA22-0B9F2C788C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53403-9393-4CE2-AF33-13E8D42CE4F4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657129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8664E-B8E3-4485-BA52-05B96CA4C5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FA1E8-629F-41A0-8D13-A203D1D01CE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846676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4A097-65F3-4B91-8232-EE8ED442480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6617C-5D72-4264-9A99-0C9E5755FE1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545509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7F4BF-E7A2-433E-B0F5-655EBCF291C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ED64F-FE6F-4096-9CD2-97EE89BB66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9585243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1DF40B-E06C-4611-8CF5-5F01BB8B447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E55DA1-1760-4D16-BCA5-B2CFDD0284F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3367161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ACEE1-31DC-4B7D-ADB2-7FFEFC48D54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9FD37-47D0-45BD-A5FD-B7C83FCC669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592944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D701FE-9650-4227-95E4-B8725700938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55511-463E-4068-A15C-F32D40E0E8B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37315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F6F4F-D6E3-48B1-9EA3-03106559586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BBA31-17F8-46E3-BA97-3E1BAC5A9C8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943026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3173CC-F3B6-44CA-8FA3-88D55B531B8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16D8D-57AD-4B20-B45E-BC430C355CE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1663380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31972-9CBF-4F6E-9410-9D66C5EA90F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D6CBC-FE73-4C13-BE09-4962090B79A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9888855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B51D6-7082-433D-B8F3-573BD7347E8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36404-414D-4239-87C5-83D7ABCD891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254996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D8022-D8B8-4A8C-BA22-0B9F2C788C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53403-9393-4CE2-AF33-13E8D42CE4F4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04604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8664E-B8E3-4485-BA52-05B96CA4C5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FA1E8-629F-41A0-8D13-A203D1D01CE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12345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4A097-65F3-4B91-8232-EE8ED442480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6617C-5D72-4264-9A99-0C9E5755FE1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0223635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7F4BF-E7A2-433E-B0F5-655EBCF291C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ED64F-FE6F-4096-9CD2-97EE89BB66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724055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1DF40B-E06C-4611-8CF5-5F01BB8B447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E55DA1-1760-4D16-BCA5-B2CFDD0284F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8373149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ACEE1-31DC-4B7D-ADB2-7FFEFC48D54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9FD37-47D0-45BD-A5FD-B7C83FCC669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913837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D701FE-9650-4227-95E4-B8725700938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55511-463E-4068-A15C-F32D40E0E8B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830338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F6F4F-D6E3-48B1-9EA3-03106559586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BBA31-17F8-46E3-BA97-3E1BAC5A9C8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834355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3173CC-F3B6-44CA-8FA3-88D55B531B8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16D8D-57AD-4B20-B45E-BC430C355CE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7115489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31972-9CBF-4F6E-9410-9D66C5EA90F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D6CBC-FE73-4C13-BE09-4962090B79A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0394163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B51D6-7082-433D-B8F3-573BD7347E8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36404-414D-4239-87C5-83D7ABCD891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3750106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D8022-D8B8-4A8C-BA22-0B9F2C788C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53403-9393-4CE2-AF33-13E8D42CE4F4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84491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8664E-B8E3-4485-BA52-05B96CA4C5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FA1E8-629F-41A0-8D13-A203D1D01CE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049551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4A097-65F3-4B91-8232-EE8ED442480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6617C-5D72-4264-9A99-0C9E5755FE1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0951220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7F4BF-E7A2-433E-B0F5-655EBCF291C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ED64F-FE6F-4096-9CD2-97EE89BB66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50644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1DF40B-E06C-4611-8CF5-5F01BB8B447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E55DA1-1760-4D16-BCA5-B2CFDD0284F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6837112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ACEE1-31DC-4B7D-ADB2-7FFEFC48D54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9FD37-47D0-45BD-A5FD-B7C83FCC669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9676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D701FE-9650-4227-95E4-B8725700938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55511-463E-4068-A15C-F32D40E0E8B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602620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F6F4F-D6E3-48B1-9EA3-03106559586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BBA31-17F8-46E3-BA97-3E1BAC5A9C8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1240435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3173CC-F3B6-44CA-8FA3-88D55B531B8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16D8D-57AD-4B20-B45E-BC430C355CE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481392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31972-9CBF-4F6E-9410-9D66C5EA90F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D6CBC-FE73-4C13-BE09-4962090B79A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5680296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B51D6-7082-433D-B8F3-573BD7347E8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36404-414D-4239-87C5-83D7ABCD891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838155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D8022-D8B8-4A8C-BA22-0B9F2C788C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53403-9393-4CE2-AF33-13E8D42CE4F4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6103348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8664E-B8E3-4485-BA52-05B96CA4C5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FA1E8-629F-41A0-8D13-A203D1D01CE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86545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4A097-65F3-4B91-8232-EE8ED442480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6617C-5D72-4264-9A99-0C9E5755FE1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343457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7F4BF-E7A2-433E-B0F5-655EBCF291C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ED64F-FE6F-4096-9CD2-97EE89BB66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0900103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1DF40B-E06C-4611-8CF5-5F01BB8B447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E55DA1-1760-4D16-BCA5-B2CFDD0284F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3600928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ACEE1-31DC-4B7D-ADB2-7FFEFC48D54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9FD37-47D0-45BD-A5FD-B7C83FCC669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061116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D701FE-9650-4227-95E4-B8725700938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55511-463E-4068-A15C-F32D40E0E8B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826396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F6F4F-D6E3-48B1-9EA3-03106559586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BBA31-17F8-46E3-BA97-3E1BAC5A9C8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9799276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3173CC-F3B6-44CA-8FA3-88D55B531B8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16D8D-57AD-4B20-B45E-BC430C355CE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3388373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31972-9CBF-4F6E-9410-9D66C5EA90F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D6CBC-FE73-4C13-BE09-4962090B79A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1187785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B51D6-7082-433D-B8F3-573BD7347E8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36404-414D-4239-87C5-83D7ABCD891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9079192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D8022-D8B8-4A8C-BA22-0B9F2C788C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53403-9393-4CE2-AF33-13E8D42CE4F4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1747300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8664E-B8E3-4485-BA52-05B96CA4C5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FA1E8-629F-41A0-8D13-A203D1D01CE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221250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4A097-65F3-4B91-8232-EE8ED442480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6617C-5D72-4264-9A99-0C9E5755FE1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8841844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7F4BF-E7A2-433E-B0F5-655EBCF291C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ED64F-FE6F-4096-9CD2-97EE89BB66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836598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1DF40B-E06C-4611-8CF5-5F01BB8B447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E55DA1-1760-4D16-BCA5-B2CFDD0284F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341163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ACEE1-31DC-4B7D-ADB2-7FFEFC48D54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9FD37-47D0-45BD-A5FD-B7C83FCC669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042392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D701FE-9650-4227-95E4-B8725700938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55511-463E-4068-A15C-F32D40E0E8B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875347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F6F4F-D6E3-48B1-9EA3-03106559586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BBA31-17F8-46E3-BA97-3E1BAC5A9C8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7579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3173CC-F3B6-44CA-8FA3-88D55B531B8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16D8D-57AD-4B20-B45E-BC430C355CE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882184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31972-9CBF-4F6E-9410-9D66C5EA90F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D6CBC-FE73-4C13-BE09-4962090B79A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09406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B51D6-7082-433D-B8F3-573BD7347E8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36404-414D-4239-87C5-83D7ABCD891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5829077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D8022-D8B8-4A8C-BA22-0B9F2C788C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53403-9393-4CE2-AF33-13E8D42CE4F4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543976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8664E-B8E3-4485-BA52-05B96CA4C5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FA1E8-629F-41A0-8D13-A203D1D01CE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647985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4A097-65F3-4B91-8232-EE8ED442480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6617C-5D72-4264-9A99-0C9E5755FE1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257351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7F4BF-E7A2-433E-B0F5-655EBCF291C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ED64F-FE6F-4096-9CD2-97EE89BB66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3439846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1DF40B-E06C-4611-8CF5-5F01BB8B447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E55DA1-1760-4D16-BCA5-B2CFDD0284F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634038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ACEE1-31DC-4B7D-ADB2-7FFEFC48D54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9FD37-47D0-45BD-A5FD-B7C83FCC669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240677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D701FE-9650-4227-95E4-B8725700938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55511-463E-4068-A15C-F32D40E0E8B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6675994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F6F4F-D6E3-48B1-9EA3-03106559586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BBA31-17F8-46E3-BA97-3E1BAC5A9C8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226230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3173CC-F3B6-44CA-8FA3-88D55B531B8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16D8D-57AD-4B20-B45E-BC430C355CE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008847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31972-9CBF-4F6E-9410-9D66C5EA90F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D6CBC-FE73-4C13-BE09-4962090B79A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2962573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B51D6-7082-433D-B8F3-573BD7347E8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36404-414D-4239-87C5-83D7ABCD891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326348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D8022-D8B8-4A8C-BA22-0B9F2C788C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53403-9393-4CE2-AF33-13E8D42CE4F4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698518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8664E-B8E3-4485-BA52-05B96CA4C5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FA1E8-629F-41A0-8D13-A203D1D01CE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81923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4A097-65F3-4B91-8232-EE8ED442480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6617C-5D72-4264-9A99-0C9E5755FE1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14180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7F4BF-E7A2-433E-B0F5-655EBCF291C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ED64F-FE6F-4096-9CD2-97EE89BB66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3770660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1DF40B-E06C-4611-8CF5-5F01BB8B447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E55DA1-1760-4D16-BCA5-B2CFDD0284F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9188916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ACEE1-31DC-4B7D-ADB2-7FFEFC48D54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9FD37-47D0-45BD-A5FD-B7C83FCC669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456173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D701FE-9650-4227-95E4-B8725700938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55511-463E-4068-A15C-F32D40E0E8B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072298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F6F4F-D6E3-48B1-9EA3-03106559586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BBA31-17F8-46E3-BA97-3E1BAC5A9C8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2445154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3173CC-F3B6-44CA-8FA3-88D55B531B8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16D8D-57AD-4B20-B45E-BC430C355CE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342486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31972-9CBF-4F6E-9410-9D66C5EA90F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D6CBC-FE73-4C13-BE09-4962090B79A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395011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B51D6-7082-433D-B8F3-573BD7347E8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36404-414D-4239-87C5-83D7ABCD891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636212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D8022-D8B8-4A8C-BA22-0B9F2C788C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53403-9393-4CE2-AF33-13E8D42CE4F4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6483968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8664E-B8E3-4485-BA52-05B96CA4C5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FA1E8-629F-41A0-8D13-A203D1D01CE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1758998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4A097-65F3-4B91-8232-EE8ED442480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6617C-5D72-4264-9A99-0C9E5755FE1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053868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7F4BF-E7A2-433E-B0F5-655EBCF291C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ED64F-FE6F-4096-9CD2-97EE89BB66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323834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1DF40B-E06C-4611-8CF5-5F01BB8B447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E55DA1-1760-4D16-BCA5-B2CFDD0284F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259630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ACEE1-31DC-4B7D-ADB2-7FFEFC48D54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9FD37-47D0-45BD-A5FD-B7C83FCC669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684814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D701FE-9650-4227-95E4-B8725700938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55511-463E-4068-A15C-F32D40E0E8B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322369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F6F4F-D6E3-48B1-9EA3-03106559586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BBA31-17F8-46E3-BA97-3E1BAC5A9C8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28744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3173CC-F3B6-44CA-8FA3-88D55B531B8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16D8D-57AD-4B20-B45E-BC430C355CE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219859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31972-9CBF-4F6E-9410-9D66C5EA90F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D6CBC-FE73-4C13-BE09-4962090B79A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290744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B51D6-7082-433D-B8F3-573BD7347E8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36404-414D-4239-87C5-83D7ABCD891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282569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D8022-D8B8-4A8C-BA22-0B9F2C788C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53403-9393-4CE2-AF33-13E8D42CE4F4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75012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8664E-B8E3-4485-BA52-05B96CA4C5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FA1E8-629F-41A0-8D13-A203D1D01CE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938448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4A097-65F3-4B91-8232-EE8ED442480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6617C-5D72-4264-9A99-0C9E5755FE1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6961636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7F4BF-E7A2-433E-B0F5-655EBCF291C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ED64F-FE6F-4096-9CD2-97EE89BB66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720435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1DF40B-E06C-4611-8CF5-5F01BB8B447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E55DA1-1760-4D16-BCA5-B2CFDD0284F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9611136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ACEE1-31DC-4B7D-ADB2-7FFEFC48D54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9FD37-47D0-45BD-A5FD-B7C83FCC669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647747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D701FE-9650-4227-95E4-B8725700938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55511-463E-4068-A15C-F32D40E0E8B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495170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F6F4F-D6E3-48B1-9EA3-03106559586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BBA31-17F8-46E3-BA97-3E1BAC5A9C8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100502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3173CC-F3B6-44CA-8FA3-88D55B531B8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16D8D-57AD-4B20-B45E-BC430C355CE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574873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31972-9CBF-4F6E-9410-9D66C5EA90F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D6CBC-FE73-4C13-BE09-4962090B79A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428473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B51D6-7082-433D-B8F3-573BD7347E8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36404-414D-4239-87C5-83D7ABCD891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5932764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D8022-D8B8-4A8C-BA22-0B9F2C788C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53403-9393-4CE2-AF33-13E8D42CE4F4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878558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8664E-B8E3-4485-BA52-05B96CA4C5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FA1E8-629F-41A0-8D13-A203D1D01CE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874391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4A097-65F3-4B91-8232-EE8ED442480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6617C-5D72-4264-9A99-0C9E5755FE1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0534119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7F4BF-E7A2-433E-B0F5-655EBCF291C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ED64F-FE6F-4096-9CD2-97EE89BB66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495434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1DF40B-E06C-4611-8CF5-5F01BB8B447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E55DA1-1760-4D16-BCA5-B2CFDD0284F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275515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ACEE1-31DC-4B7D-ADB2-7FFEFC48D54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9FD37-47D0-45BD-A5FD-B7C83FCC669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8107174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D701FE-9650-4227-95E4-B8725700938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55511-463E-4068-A15C-F32D40E0E8B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180701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F6F4F-D6E3-48B1-9EA3-03106559586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BBA31-17F8-46E3-BA97-3E1BAC5A9C8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031247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3173CC-F3B6-44CA-8FA3-88D55B531B8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16D8D-57AD-4B20-B45E-BC430C355CE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81239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31972-9CBF-4F6E-9410-9D66C5EA90F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D6CBC-FE73-4C13-BE09-4962090B79A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1731687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B51D6-7082-433D-B8F3-573BD7347E8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36404-414D-4239-87C5-83D7ABCD891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953748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D8022-D8B8-4A8C-BA22-0B9F2C788C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53403-9393-4CE2-AF33-13E8D42CE4F4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97788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8664E-B8E3-4485-BA52-05B96CA4C5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FA1E8-629F-41A0-8D13-A203D1D01CE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8472642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4A097-65F3-4B91-8232-EE8ED442480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6617C-5D72-4264-9A99-0C9E5755FE1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8761100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7F4BF-E7A2-433E-B0F5-655EBCF291C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ED64F-FE6F-4096-9CD2-97EE89BB66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892871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1DF40B-E06C-4611-8CF5-5F01BB8B447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E55DA1-1760-4D16-BCA5-B2CFDD0284F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273449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ACEE1-31DC-4B7D-ADB2-7FFEFC48D54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9FD37-47D0-45BD-A5FD-B7C83FCC669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4200954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D701FE-9650-4227-95E4-B8725700938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55511-463E-4068-A15C-F32D40E0E8B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6118369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F6F4F-D6E3-48B1-9EA3-03106559586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BBA31-17F8-46E3-BA97-3E1BAC5A9C8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017591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3173CC-F3B6-44CA-8FA3-88D55B531B8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16D8D-57AD-4B20-B45E-BC430C355CE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09272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31972-9CBF-4F6E-9410-9D66C5EA90F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D6CBC-FE73-4C13-BE09-4962090B79A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325588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B51D6-7082-433D-B8F3-573BD7347E8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36404-414D-4239-87C5-83D7ABCD891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470416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D8022-D8B8-4A8C-BA22-0B9F2C788C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53403-9393-4CE2-AF33-13E8D42CE4F4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677254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8664E-B8E3-4485-BA52-05B96CA4C5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FA1E8-629F-41A0-8D13-A203D1D01CE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516931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4A097-65F3-4B91-8232-EE8ED442480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6617C-5D72-4264-9A99-0C9E5755FE1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819772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7F4BF-E7A2-433E-B0F5-655EBCF291C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ED64F-FE6F-4096-9CD2-97EE89BB66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8639683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1DF40B-E06C-4611-8CF5-5F01BB8B447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E55DA1-1760-4D16-BCA5-B2CFDD0284F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0523381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ACEE1-31DC-4B7D-ADB2-7FFEFC48D54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9FD37-47D0-45BD-A5FD-B7C83FCC669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0380628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D701FE-9650-4227-95E4-B8725700938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55511-463E-4068-A15C-F32D40E0E8B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1507993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F6F4F-D6E3-48B1-9EA3-03106559586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BBA31-17F8-46E3-BA97-3E1BAC5A9C8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0437943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3173CC-F3B6-44CA-8FA3-88D55B531B8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16D8D-57AD-4B20-B45E-BC430C355CE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3271563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31972-9CBF-4F6E-9410-9D66C5EA90F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D6CBC-FE73-4C13-BE09-4962090B79A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3387465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B51D6-7082-433D-B8F3-573BD7347E8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36404-414D-4239-87C5-83D7ABCD891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3391614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D8022-D8B8-4A8C-BA22-0B9F2C788C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53403-9393-4CE2-AF33-13E8D42CE4F4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6220433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8664E-B8E3-4485-BA52-05B96CA4C5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FA1E8-629F-41A0-8D13-A203D1D01CE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675289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4A097-65F3-4B91-8232-EE8ED442480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6617C-5D72-4264-9A99-0C9E5755FE1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1370342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7F4BF-E7A2-433E-B0F5-655EBCF291C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ED64F-FE6F-4096-9CD2-97EE89BB66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218055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1DF40B-E06C-4611-8CF5-5F01BB8B447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E55DA1-1760-4D16-BCA5-B2CFDD0284F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173039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ACEE1-31DC-4B7D-ADB2-7FFEFC48D54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9FD37-47D0-45BD-A5FD-B7C83FCC669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589567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D701FE-9650-4227-95E4-B8725700938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55511-463E-4068-A15C-F32D40E0E8B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6853713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F6F4F-D6E3-48B1-9EA3-03106559586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BBA31-17F8-46E3-BA97-3E1BAC5A9C8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622504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3173CC-F3B6-44CA-8FA3-88D55B531B8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16D8D-57AD-4B20-B45E-BC430C355CE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133003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31972-9CBF-4F6E-9410-9D66C5EA90F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D6CBC-FE73-4C13-BE09-4962090B79A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9313312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B51D6-7082-433D-B8F3-573BD7347E8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36404-414D-4239-87C5-83D7ABCD891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608318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D8022-D8B8-4A8C-BA22-0B9F2C788C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53403-9393-4CE2-AF33-13E8D42CE4F4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891541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8664E-B8E3-4485-BA52-05B96CA4C5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FA1E8-629F-41A0-8D13-A203D1D01CE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6437353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4A097-65F3-4B91-8232-EE8ED442480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6617C-5D72-4264-9A99-0C9E5755FE1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576340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7F4BF-E7A2-433E-B0F5-655EBCF291C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ED64F-FE6F-4096-9CD2-97EE89BB66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822546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1DF40B-E06C-4611-8CF5-5F01BB8B447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E55DA1-1760-4D16-BCA5-B2CFDD0284F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813162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ACEE1-31DC-4B7D-ADB2-7FFEFC48D54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9FD37-47D0-45BD-A5FD-B7C83FCC669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9331345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D701FE-9650-4227-95E4-B8725700938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55511-463E-4068-A15C-F32D40E0E8B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2850625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F6F4F-D6E3-48B1-9EA3-03106559586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BBA31-17F8-46E3-BA97-3E1BAC5A9C8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859949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3173CC-F3B6-44CA-8FA3-88D55B531B8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16D8D-57AD-4B20-B45E-BC430C355CE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5505390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31972-9CBF-4F6E-9410-9D66C5EA90F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D6CBC-FE73-4C13-BE09-4962090B79A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749077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B51D6-7082-433D-B8F3-573BD7347E8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36404-414D-4239-87C5-83D7ABCD891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2993065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D8022-D8B8-4A8C-BA22-0B9F2C788C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53403-9393-4CE2-AF33-13E8D42CE4F4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0375583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8664E-B8E3-4485-BA52-05B96CA4C5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FA1E8-629F-41A0-8D13-A203D1D01CE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358563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4A097-65F3-4B91-8232-EE8ED442480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6617C-5D72-4264-9A99-0C9E5755FE1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345804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7F4BF-E7A2-433E-B0F5-655EBCF291C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ED64F-FE6F-4096-9CD2-97EE89BB66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764788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1DF40B-E06C-4611-8CF5-5F01BB8B447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E55DA1-1760-4D16-BCA5-B2CFDD0284F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769892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ACEE1-31DC-4B7D-ADB2-7FFEFC48D54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9FD37-47D0-45BD-A5FD-B7C83FCC669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9174320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D701FE-9650-4227-95E4-B8725700938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55511-463E-4068-A15C-F32D40E0E8B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038451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F6F4F-D6E3-48B1-9EA3-03106559586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BBA31-17F8-46E3-BA97-3E1BAC5A9C8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73621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3173CC-F3B6-44CA-8FA3-88D55B531B8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16D8D-57AD-4B20-B45E-BC430C355CE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857623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31972-9CBF-4F6E-9410-9D66C5EA90F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D6CBC-FE73-4C13-BE09-4962090B79A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6763166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B51D6-7082-433D-B8F3-573BD7347E8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36404-414D-4239-87C5-83D7ABCD891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8696080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D8022-D8B8-4A8C-BA22-0B9F2C788C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53403-9393-4CE2-AF33-13E8D42CE4F4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1914890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8664E-B8E3-4485-BA52-05B96CA4C5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FA1E8-629F-41A0-8D13-A203D1D01CE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844973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4A097-65F3-4B91-8232-EE8ED442480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6617C-5D72-4264-9A99-0C9E5755FE1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501577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7F4BF-E7A2-433E-B0F5-655EBCF291C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ED64F-FE6F-4096-9CD2-97EE89BB66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596986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1DF40B-E06C-4611-8CF5-5F01BB8B447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E55DA1-1760-4D16-BCA5-B2CFDD0284F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106711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ACEE1-31DC-4B7D-ADB2-7FFEFC48D54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9FD37-47D0-45BD-A5FD-B7C83FCC669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902173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D701FE-9650-4227-95E4-B8725700938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55511-463E-4068-A15C-F32D40E0E8B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1695488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F6F4F-D6E3-48B1-9EA3-03106559586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BBA31-17F8-46E3-BA97-3E1BAC5A9C8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3442807"/>
      </p:ext>
    </p:extLst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3173CC-F3B6-44CA-8FA3-88D55B531B8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16D8D-57AD-4B20-B45E-BC430C355CE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555344"/>
      </p:ext>
    </p:extLst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31972-9CBF-4F6E-9410-9D66C5EA90F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ED6CBC-FE73-4C13-BE09-4962090B79AF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4790942"/>
      </p:ext>
    </p:extLst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B51D6-7082-433D-B8F3-573BD7347E8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636404-414D-4239-87C5-83D7ABCD891E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6625219"/>
      </p:ext>
    </p:extLst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2D8022-D8B8-4A8C-BA22-0B9F2C788C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253403-9393-4CE2-AF33-13E8D42CE4F4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5985582"/>
      </p:ext>
    </p:extLst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98664E-B8E3-4485-BA52-05B96CA4C50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FA1E8-629F-41A0-8D13-A203D1D01CEA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88978"/>
      </p:ext>
    </p:extLst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4A097-65F3-4B91-8232-EE8ED4424800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6617C-5D72-4264-9A99-0C9E5755FE11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2368809"/>
      </p:ext>
    </p:extLst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7F4BF-E7A2-433E-B0F5-655EBCF291C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ED64F-FE6F-4096-9CD2-97EE89BB6646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3627285"/>
      </p:ext>
    </p:extLst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1DF40B-E06C-4611-8CF5-5F01BB8B447F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E55DA1-1760-4D16-BCA5-B2CFDD0284F7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213030"/>
      </p:ext>
    </p:extLst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ACEE1-31DC-4B7D-ADB2-7FFEFC48D54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9FD37-47D0-45BD-A5FD-B7C83FCC6690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485966"/>
      </p:ext>
    </p:extLst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D701FE-9650-4227-95E4-B8725700938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F55511-463E-4068-A15C-F32D40E0E8B2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663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image" Target="../media/image5.jpe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8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4" Type="http://schemas.openxmlformats.org/officeDocument/2006/relationships/image" Target="../media/image8.jpe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0.xml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1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8.xml"/><Relationship Id="rId3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7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2.xml"/><Relationship Id="rId1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91.xml"/><Relationship Id="rId5" Type="http://schemas.openxmlformats.org/officeDocument/2006/relationships/slideLayout" Target="../slideLayouts/slideLayout85.xml"/><Relationship Id="rId10" Type="http://schemas.openxmlformats.org/officeDocument/2006/relationships/slideLayout" Target="../slideLayouts/slideLayout90.xml"/><Relationship Id="rId4" Type="http://schemas.openxmlformats.org/officeDocument/2006/relationships/slideLayout" Target="../slideLayouts/slideLayout84.xml"/><Relationship Id="rId9" Type="http://schemas.openxmlformats.org/officeDocument/2006/relationships/slideLayout" Target="../slideLayouts/slideLayout89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9.xml"/><Relationship Id="rId3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8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3.xml"/><Relationship Id="rId1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96.xml"/><Relationship Id="rId10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95.xml"/><Relationship Id="rId9" Type="http://schemas.openxmlformats.org/officeDocument/2006/relationships/slideLayout" Target="../slideLayouts/slideLayout100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105.xml"/><Relationship Id="rId7" Type="http://schemas.openxmlformats.org/officeDocument/2006/relationships/slideLayout" Target="../slideLayouts/slideLayout109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103.xml"/><Relationship Id="rId6" Type="http://schemas.openxmlformats.org/officeDocument/2006/relationships/slideLayout" Target="../slideLayouts/slideLayout108.xml"/><Relationship Id="rId11" Type="http://schemas.openxmlformats.org/officeDocument/2006/relationships/slideLayout" Target="../slideLayouts/slideLayout113.xml"/><Relationship Id="rId5" Type="http://schemas.openxmlformats.org/officeDocument/2006/relationships/slideLayout" Target="../slideLayouts/slideLayout107.xml"/><Relationship Id="rId10" Type="http://schemas.openxmlformats.org/officeDocument/2006/relationships/slideLayout" Target="../slideLayouts/slideLayout112.xml"/><Relationship Id="rId4" Type="http://schemas.openxmlformats.org/officeDocument/2006/relationships/slideLayout" Target="../slideLayouts/slideLayout106.xml"/><Relationship Id="rId9" Type="http://schemas.openxmlformats.org/officeDocument/2006/relationships/slideLayout" Target="../slideLayouts/slideLayout111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20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115.xml"/><Relationship Id="rId1" Type="http://schemas.openxmlformats.org/officeDocument/2006/relationships/slideLayout" Target="../slideLayouts/slideLayout114.xml"/><Relationship Id="rId6" Type="http://schemas.openxmlformats.org/officeDocument/2006/relationships/slideLayout" Target="../slideLayouts/slideLayout119.xml"/><Relationship Id="rId11" Type="http://schemas.openxmlformats.org/officeDocument/2006/relationships/slideLayout" Target="../slideLayouts/slideLayout124.xml"/><Relationship Id="rId5" Type="http://schemas.openxmlformats.org/officeDocument/2006/relationships/slideLayout" Target="../slideLayouts/slideLayout118.xml"/><Relationship Id="rId10" Type="http://schemas.openxmlformats.org/officeDocument/2006/relationships/slideLayout" Target="../slideLayouts/slideLayout123.xml"/><Relationship Id="rId4" Type="http://schemas.openxmlformats.org/officeDocument/2006/relationships/slideLayout" Target="../slideLayouts/slideLayout117.xml"/><Relationship Id="rId9" Type="http://schemas.openxmlformats.org/officeDocument/2006/relationships/slideLayout" Target="../slideLayouts/slideLayout122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2.xml"/><Relationship Id="rId3" Type="http://schemas.openxmlformats.org/officeDocument/2006/relationships/slideLayout" Target="../slideLayouts/slideLayout127.xml"/><Relationship Id="rId7" Type="http://schemas.openxmlformats.org/officeDocument/2006/relationships/slideLayout" Target="../slideLayouts/slideLayout131.xml"/><Relationship Id="rId12" Type="http://schemas.openxmlformats.org/officeDocument/2006/relationships/theme" Target="../theme/theme12.xml"/><Relationship Id="rId2" Type="http://schemas.openxmlformats.org/officeDocument/2006/relationships/slideLayout" Target="../slideLayouts/slideLayout126.xml"/><Relationship Id="rId1" Type="http://schemas.openxmlformats.org/officeDocument/2006/relationships/slideLayout" Target="../slideLayouts/slideLayout125.xml"/><Relationship Id="rId6" Type="http://schemas.openxmlformats.org/officeDocument/2006/relationships/slideLayout" Target="../slideLayouts/slideLayout130.xml"/><Relationship Id="rId11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29.xml"/><Relationship Id="rId10" Type="http://schemas.openxmlformats.org/officeDocument/2006/relationships/slideLayout" Target="../slideLayouts/slideLayout134.xml"/><Relationship Id="rId4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33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3.xml"/><Relationship Id="rId3" Type="http://schemas.openxmlformats.org/officeDocument/2006/relationships/slideLayout" Target="../slideLayouts/slideLayout138.xml"/><Relationship Id="rId7" Type="http://schemas.openxmlformats.org/officeDocument/2006/relationships/slideLayout" Target="../slideLayouts/slideLayout142.xml"/><Relationship Id="rId12" Type="http://schemas.openxmlformats.org/officeDocument/2006/relationships/theme" Target="../theme/theme13.xml"/><Relationship Id="rId2" Type="http://schemas.openxmlformats.org/officeDocument/2006/relationships/slideLayout" Target="../slideLayouts/slideLayout137.xml"/><Relationship Id="rId1" Type="http://schemas.openxmlformats.org/officeDocument/2006/relationships/slideLayout" Target="../slideLayouts/slideLayout136.xml"/><Relationship Id="rId6" Type="http://schemas.openxmlformats.org/officeDocument/2006/relationships/slideLayout" Target="../slideLayouts/slideLayout141.xml"/><Relationship Id="rId11" Type="http://schemas.openxmlformats.org/officeDocument/2006/relationships/slideLayout" Target="../slideLayouts/slideLayout146.xml"/><Relationship Id="rId5" Type="http://schemas.openxmlformats.org/officeDocument/2006/relationships/slideLayout" Target="../slideLayouts/slideLayout140.xml"/><Relationship Id="rId10" Type="http://schemas.openxmlformats.org/officeDocument/2006/relationships/slideLayout" Target="../slideLayouts/slideLayout145.xml"/><Relationship Id="rId4" Type="http://schemas.openxmlformats.org/officeDocument/2006/relationships/slideLayout" Target="../slideLayouts/slideLayout139.xml"/><Relationship Id="rId9" Type="http://schemas.openxmlformats.org/officeDocument/2006/relationships/slideLayout" Target="../slideLayouts/slideLayout144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4.xml"/><Relationship Id="rId3" Type="http://schemas.openxmlformats.org/officeDocument/2006/relationships/slideLayout" Target="../slideLayouts/slideLayout149.xml"/><Relationship Id="rId7" Type="http://schemas.openxmlformats.org/officeDocument/2006/relationships/slideLayout" Target="../slideLayouts/slideLayout153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8.xml"/><Relationship Id="rId1" Type="http://schemas.openxmlformats.org/officeDocument/2006/relationships/slideLayout" Target="../slideLayouts/slideLayout147.xml"/><Relationship Id="rId6" Type="http://schemas.openxmlformats.org/officeDocument/2006/relationships/slideLayout" Target="../slideLayouts/slideLayout152.xml"/><Relationship Id="rId11" Type="http://schemas.openxmlformats.org/officeDocument/2006/relationships/slideLayout" Target="../slideLayouts/slideLayout157.xml"/><Relationship Id="rId5" Type="http://schemas.openxmlformats.org/officeDocument/2006/relationships/slideLayout" Target="../slideLayouts/slideLayout151.xml"/><Relationship Id="rId10" Type="http://schemas.openxmlformats.org/officeDocument/2006/relationships/slideLayout" Target="../slideLayouts/slideLayout156.xml"/><Relationship Id="rId4" Type="http://schemas.openxmlformats.org/officeDocument/2006/relationships/slideLayout" Target="../slideLayouts/slideLayout150.xml"/><Relationship Id="rId9" Type="http://schemas.openxmlformats.org/officeDocument/2006/relationships/slideLayout" Target="../slideLayouts/slideLayout155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5.xml"/><Relationship Id="rId3" Type="http://schemas.openxmlformats.org/officeDocument/2006/relationships/slideLayout" Target="../slideLayouts/slideLayout160.xml"/><Relationship Id="rId7" Type="http://schemas.openxmlformats.org/officeDocument/2006/relationships/slideLayout" Target="../slideLayouts/slideLayout164.xml"/><Relationship Id="rId12" Type="http://schemas.openxmlformats.org/officeDocument/2006/relationships/theme" Target="../theme/theme15.xml"/><Relationship Id="rId2" Type="http://schemas.openxmlformats.org/officeDocument/2006/relationships/slideLayout" Target="../slideLayouts/slideLayout159.xml"/><Relationship Id="rId1" Type="http://schemas.openxmlformats.org/officeDocument/2006/relationships/slideLayout" Target="../slideLayouts/slideLayout158.xml"/><Relationship Id="rId6" Type="http://schemas.openxmlformats.org/officeDocument/2006/relationships/slideLayout" Target="../slideLayouts/slideLayout163.xml"/><Relationship Id="rId11" Type="http://schemas.openxmlformats.org/officeDocument/2006/relationships/slideLayout" Target="../slideLayouts/slideLayout168.xml"/><Relationship Id="rId5" Type="http://schemas.openxmlformats.org/officeDocument/2006/relationships/slideLayout" Target="../slideLayouts/slideLayout162.xml"/><Relationship Id="rId10" Type="http://schemas.openxmlformats.org/officeDocument/2006/relationships/slideLayout" Target="../slideLayouts/slideLayout167.xml"/><Relationship Id="rId4" Type="http://schemas.openxmlformats.org/officeDocument/2006/relationships/slideLayout" Target="../slideLayouts/slideLayout161.xml"/><Relationship Id="rId9" Type="http://schemas.openxmlformats.org/officeDocument/2006/relationships/slideLayout" Target="../slideLayouts/slideLayout166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6.xml"/><Relationship Id="rId3" Type="http://schemas.openxmlformats.org/officeDocument/2006/relationships/slideLayout" Target="../slideLayouts/slideLayout171.xml"/><Relationship Id="rId7" Type="http://schemas.openxmlformats.org/officeDocument/2006/relationships/slideLayout" Target="../slideLayouts/slideLayout175.xml"/><Relationship Id="rId12" Type="http://schemas.openxmlformats.org/officeDocument/2006/relationships/theme" Target="../theme/theme16.xml"/><Relationship Id="rId2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69.xml"/><Relationship Id="rId6" Type="http://schemas.openxmlformats.org/officeDocument/2006/relationships/slideLayout" Target="../slideLayouts/slideLayout174.xml"/><Relationship Id="rId11" Type="http://schemas.openxmlformats.org/officeDocument/2006/relationships/slideLayout" Target="../slideLayouts/slideLayout179.xml"/><Relationship Id="rId5" Type="http://schemas.openxmlformats.org/officeDocument/2006/relationships/slideLayout" Target="../slideLayouts/slideLayout173.xml"/><Relationship Id="rId10" Type="http://schemas.openxmlformats.org/officeDocument/2006/relationships/slideLayout" Target="../slideLayouts/slideLayout178.xml"/><Relationship Id="rId4" Type="http://schemas.openxmlformats.org/officeDocument/2006/relationships/slideLayout" Target="../slideLayouts/slideLayout172.xml"/><Relationship Id="rId9" Type="http://schemas.openxmlformats.org/officeDocument/2006/relationships/slideLayout" Target="../slideLayouts/slideLayout177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7.xml"/><Relationship Id="rId3" Type="http://schemas.openxmlformats.org/officeDocument/2006/relationships/slideLayout" Target="../slideLayouts/slideLayout182.xml"/><Relationship Id="rId7" Type="http://schemas.openxmlformats.org/officeDocument/2006/relationships/slideLayout" Target="../slideLayouts/slideLayout186.xml"/><Relationship Id="rId12" Type="http://schemas.openxmlformats.org/officeDocument/2006/relationships/theme" Target="../theme/theme17.xml"/><Relationship Id="rId2" Type="http://schemas.openxmlformats.org/officeDocument/2006/relationships/slideLayout" Target="../slideLayouts/slideLayout181.xml"/><Relationship Id="rId1" Type="http://schemas.openxmlformats.org/officeDocument/2006/relationships/slideLayout" Target="../slideLayouts/slideLayout180.xml"/><Relationship Id="rId6" Type="http://schemas.openxmlformats.org/officeDocument/2006/relationships/slideLayout" Target="../slideLayouts/slideLayout185.xml"/><Relationship Id="rId11" Type="http://schemas.openxmlformats.org/officeDocument/2006/relationships/slideLayout" Target="../slideLayouts/slideLayout190.xml"/><Relationship Id="rId5" Type="http://schemas.openxmlformats.org/officeDocument/2006/relationships/slideLayout" Target="../slideLayouts/slideLayout184.xml"/><Relationship Id="rId10" Type="http://schemas.openxmlformats.org/officeDocument/2006/relationships/slideLayout" Target="../slideLayouts/slideLayout189.xml"/><Relationship Id="rId4" Type="http://schemas.openxmlformats.org/officeDocument/2006/relationships/slideLayout" Target="../slideLayouts/slideLayout183.xml"/><Relationship Id="rId9" Type="http://schemas.openxmlformats.org/officeDocument/2006/relationships/slideLayout" Target="../slideLayouts/slideLayout188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8.xml"/><Relationship Id="rId3" Type="http://schemas.openxmlformats.org/officeDocument/2006/relationships/slideLayout" Target="../slideLayouts/slideLayout193.xml"/><Relationship Id="rId7" Type="http://schemas.openxmlformats.org/officeDocument/2006/relationships/slideLayout" Target="../slideLayouts/slideLayout197.xml"/><Relationship Id="rId12" Type="http://schemas.openxmlformats.org/officeDocument/2006/relationships/theme" Target="../theme/theme18.xml"/><Relationship Id="rId2" Type="http://schemas.openxmlformats.org/officeDocument/2006/relationships/slideLayout" Target="../slideLayouts/slideLayout192.xml"/><Relationship Id="rId1" Type="http://schemas.openxmlformats.org/officeDocument/2006/relationships/slideLayout" Target="../slideLayouts/slideLayout191.xml"/><Relationship Id="rId6" Type="http://schemas.openxmlformats.org/officeDocument/2006/relationships/slideLayout" Target="../slideLayouts/slideLayout196.xml"/><Relationship Id="rId11" Type="http://schemas.openxmlformats.org/officeDocument/2006/relationships/slideLayout" Target="../slideLayouts/slideLayout201.xml"/><Relationship Id="rId5" Type="http://schemas.openxmlformats.org/officeDocument/2006/relationships/slideLayout" Target="../slideLayouts/slideLayout195.xml"/><Relationship Id="rId10" Type="http://schemas.openxmlformats.org/officeDocument/2006/relationships/slideLayout" Target="../slideLayouts/slideLayout200.xml"/><Relationship Id="rId4" Type="http://schemas.openxmlformats.org/officeDocument/2006/relationships/slideLayout" Target="../slideLayouts/slideLayout194.xml"/><Relationship Id="rId9" Type="http://schemas.openxmlformats.org/officeDocument/2006/relationships/slideLayout" Target="../slideLayouts/slideLayout199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9.xml"/><Relationship Id="rId3" Type="http://schemas.openxmlformats.org/officeDocument/2006/relationships/slideLayout" Target="../slideLayouts/slideLayout204.xml"/><Relationship Id="rId7" Type="http://schemas.openxmlformats.org/officeDocument/2006/relationships/slideLayout" Target="../slideLayouts/slideLayout208.xml"/><Relationship Id="rId12" Type="http://schemas.openxmlformats.org/officeDocument/2006/relationships/theme" Target="../theme/theme19.xml"/><Relationship Id="rId2" Type="http://schemas.openxmlformats.org/officeDocument/2006/relationships/slideLayout" Target="../slideLayouts/slideLayout203.xml"/><Relationship Id="rId1" Type="http://schemas.openxmlformats.org/officeDocument/2006/relationships/slideLayout" Target="../slideLayouts/slideLayout202.xml"/><Relationship Id="rId6" Type="http://schemas.openxmlformats.org/officeDocument/2006/relationships/slideLayout" Target="../slideLayouts/slideLayout207.xml"/><Relationship Id="rId11" Type="http://schemas.openxmlformats.org/officeDocument/2006/relationships/slideLayout" Target="../slideLayouts/slideLayout212.xml"/><Relationship Id="rId5" Type="http://schemas.openxmlformats.org/officeDocument/2006/relationships/slideLayout" Target="../slideLayouts/slideLayout206.xml"/><Relationship Id="rId10" Type="http://schemas.openxmlformats.org/officeDocument/2006/relationships/slideLayout" Target="../slideLayouts/slideLayout211.xml"/><Relationship Id="rId4" Type="http://schemas.openxmlformats.org/officeDocument/2006/relationships/slideLayout" Target="../slideLayouts/slideLayout205.xml"/><Relationship Id="rId9" Type="http://schemas.openxmlformats.org/officeDocument/2006/relationships/slideLayout" Target="../slideLayouts/slideLayout210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0.xml"/><Relationship Id="rId3" Type="http://schemas.openxmlformats.org/officeDocument/2006/relationships/slideLayout" Target="../slideLayouts/slideLayout215.xml"/><Relationship Id="rId7" Type="http://schemas.openxmlformats.org/officeDocument/2006/relationships/slideLayout" Target="../slideLayouts/slideLayout219.xml"/><Relationship Id="rId12" Type="http://schemas.openxmlformats.org/officeDocument/2006/relationships/theme" Target="../theme/theme20.xml"/><Relationship Id="rId2" Type="http://schemas.openxmlformats.org/officeDocument/2006/relationships/slideLayout" Target="../slideLayouts/slideLayout214.xml"/><Relationship Id="rId1" Type="http://schemas.openxmlformats.org/officeDocument/2006/relationships/slideLayout" Target="../slideLayouts/slideLayout213.xml"/><Relationship Id="rId6" Type="http://schemas.openxmlformats.org/officeDocument/2006/relationships/slideLayout" Target="../slideLayouts/slideLayout218.xml"/><Relationship Id="rId11" Type="http://schemas.openxmlformats.org/officeDocument/2006/relationships/slideLayout" Target="../slideLayouts/slideLayout223.xml"/><Relationship Id="rId5" Type="http://schemas.openxmlformats.org/officeDocument/2006/relationships/slideLayout" Target="../slideLayouts/slideLayout217.xml"/><Relationship Id="rId10" Type="http://schemas.openxmlformats.org/officeDocument/2006/relationships/slideLayout" Target="../slideLayouts/slideLayout222.xml"/><Relationship Id="rId4" Type="http://schemas.openxmlformats.org/officeDocument/2006/relationships/slideLayout" Target="../slideLayouts/slideLayout216.xml"/><Relationship Id="rId9" Type="http://schemas.openxmlformats.org/officeDocument/2006/relationships/slideLayout" Target="../slideLayouts/slideLayout221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1.xml"/><Relationship Id="rId3" Type="http://schemas.openxmlformats.org/officeDocument/2006/relationships/slideLayout" Target="../slideLayouts/slideLayout226.xml"/><Relationship Id="rId7" Type="http://schemas.openxmlformats.org/officeDocument/2006/relationships/slideLayout" Target="../slideLayouts/slideLayout230.xml"/><Relationship Id="rId12" Type="http://schemas.openxmlformats.org/officeDocument/2006/relationships/theme" Target="../theme/theme21.xml"/><Relationship Id="rId2" Type="http://schemas.openxmlformats.org/officeDocument/2006/relationships/slideLayout" Target="../slideLayouts/slideLayout225.xml"/><Relationship Id="rId1" Type="http://schemas.openxmlformats.org/officeDocument/2006/relationships/slideLayout" Target="../slideLayouts/slideLayout224.xml"/><Relationship Id="rId6" Type="http://schemas.openxmlformats.org/officeDocument/2006/relationships/slideLayout" Target="../slideLayouts/slideLayout229.xml"/><Relationship Id="rId11" Type="http://schemas.openxmlformats.org/officeDocument/2006/relationships/slideLayout" Target="../slideLayouts/slideLayout234.xml"/><Relationship Id="rId5" Type="http://schemas.openxmlformats.org/officeDocument/2006/relationships/slideLayout" Target="../slideLayouts/slideLayout228.xml"/><Relationship Id="rId10" Type="http://schemas.openxmlformats.org/officeDocument/2006/relationships/slideLayout" Target="../slideLayouts/slideLayout233.xml"/><Relationship Id="rId4" Type="http://schemas.openxmlformats.org/officeDocument/2006/relationships/slideLayout" Target="../slideLayouts/slideLayout227.xml"/><Relationship Id="rId9" Type="http://schemas.openxmlformats.org/officeDocument/2006/relationships/slideLayout" Target="../slideLayouts/slideLayout232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2.xml"/><Relationship Id="rId3" Type="http://schemas.openxmlformats.org/officeDocument/2006/relationships/slideLayout" Target="../slideLayouts/slideLayout237.xml"/><Relationship Id="rId7" Type="http://schemas.openxmlformats.org/officeDocument/2006/relationships/slideLayout" Target="../slideLayouts/slideLayout241.xml"/><Relationship Id="rId12" Type="http://schemas.openxmlformats.org/officeDocument/2006/relationships/theme" Target="../theme/theme22.xml"/><Relationship Id="rId2" Type="http://schemas.openxmlformats.org/officeDocument/2006/relationships/slideLayout" Target="../slideLayouts/slideLayout236.xml"/><Relationship Id="rId1" Type="http://schemas.openxmlformats.org/officeDocument/2006/relationships/slideLayout" Target="../slideLayouts/slideLayout235.xml"/><Relationship Id="rId6" Type="http://schemas.openxmlformats.org/officeDocument/2006/relationships/slideLayout" Target="../slideLayouts/slideLayout240.xml"/><Relationship Id="rId11" Type="http://schemas.openxmlformats.org/officeDocument/2006/relationships/slideLayout" Target="../slideLayouts/slideLayout245.xml"/><Relationship Id="rId5" Type="http://schemas.openxmlformats.org/officeDocument/2006/relationships/slideLayout" Target="../slideLayouts/slideLayout239.xml"/><Relationship Id="rId10" Type="http://schemas.openxmlformats.org/officeDocument/2006/relationships/slideLayout" Target="../slideLayouts/slideLayout244.xml"/><Relationship Id="rId4" Type="http://schemas.openxmlformats.org/officeDocument/2006/relationships/slideLayout" Target="../slideLayouts/slideLayout238.xml"/><Relationship Id="rId9" Type="http://schemas.openxmlformats.org/officeDocument/2006/relationships/slideLayout" Target="../slideLayouts/slideLayout243.xml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248.xml"/><Relationship Id="rId7" Type="http://schemas.openxmlformats.org/officeDocument/2006/relationships/slideLayout" Target="../slideLayouts/slideLayout252.xml"/><Relationship Id="rId12" Type="http://schemas.openxmlformats.org/officeDocument/2006/relationships/theme" Target="../theme/theme23.xml"/><Relationship Id="rId2" Type="http://schemas.openxmlformats.org/officeDocument/2006/relationships/slideLayout" Target="../slideLayouts/slideLayout247.xml"/><Relationship Id="rId1" Type="http://schemas.openxmlformats.org/officeDocument/2006/relationships/slideLayout" Target="../slideLayouts/slideLayout246.xml"/><Relationship Id="rId6" Type="http://schemas.openxmlformats.org/officeDocument/2006/relationships/slideLayout" Target="../slideLayouts/slideLayout251.xml"/><Relationship Id="rId11" Type="http://schemas.openxmlformats.org/officeDocument/2006/relationships/slideLayout" Target="../slideLayouts/slideLayout256.xml"/><Relationship Id="rId5" Type="http://schemas.openxmlformats.org/officeDocument/2006/relationships/slideLayout" Target="../slideLayouts/slideLayout250.xml"/><Relationship Id="rId10" Type="http://schemas.openxmlformats.org/officeDocument/2006/relationships/slideLayout" Target="../slideLayouts/slideLayout255.xml"/><Relationship Id="rId4" Type="http://schemas.openxmlformats.org/officeDocument/2006/relationships/slideLayout" Target="../slideLayouts/slideLayout249.xml"/><Relationship Id="rId9" Type="http://schemas.openxmlformats.org/officeDocument/2006/relationships/slideLayout" Target="../slideLayouts/slideLayout254.xml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4.xml"/><Relationship Id="rId3" Type="http://schemas.openxmlformats.org/officeDocument/2006/relationships/slideLayout" Target="../slideLayouts/slideLayout259.xml"/><Relationship Id="rId7" Type="http://schemas.openxmlformats.org/officeDocument/2006/relationships/slideLayout" Target="../slideLayouts/slideLayout263.xml"/><Relationship Id="rId12" Type="http://schemas.openxmlformats.org/officeDocument/2006/relationships/theme" Target="../theme/theme24.xml"/><Relationship Id="rId2" Type="http://schemas.openxmlformats.org/officeDocument/2006/relationships/slideLayout" Target="../slideLayouts/slideLayout258.xml"/><Relationship Id="rId1" Type="http://schemas.openxmlformats.org/officeDocument/2006/relationships/slideLayout" Target="../slideLayouts/slideLayout257.xml"/><Relationship Id="rId6" Type="http://schemas.openxmlformats.org/officeDocument/2006/relationships/slideLayout" Target="../slideLayouts/slideLayout262.xml"/><Relationship Id="rId11" Type="http://schemas.openxmlformats.org/officeDocument/2006/relationships/slideLayout" Target="../slideLayouts/slideLayout267.xml"/><Relationship Id="rId5" Type="http://schemas.openxmlformats.org/officeDocument/2006/relationships/slideLayout" Target="../slideLayouts/slideLayout261.xml"/><Relationship Id="rId10" Type="http://schemas.openxmlformats.org/officeDocument/2006/relationships/slideLayout" Target="../slideLayouts/slideLayout266.xml"/><Relationship Id="rId4" Type="http://schemas.openxmlformats.org/officeDocument/2006/relationships/slideLayout" Target="../slideLayouts/slideLayout260.xml"/><Relationship Id="rId9" Type="http://schemas.openxmlformats.org/officeDocument/2006/relationships/slideLayout" Target="../slideLayouts/slideLayout265.xml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5.xml"/><Relationship Id="rId3" Type="http://schemas.openxmlformats.org/officeDocument/2006/relationships/slideLayout" Target="../slideLayouts/slideLayout270.xml"/><Relationship Id="rId7" Type="http://schemas.openxmlformats.org/officeDocument/2006/relationships/slideLayout" Target="../slideLayouts/slideLayout274.xml"/><Relationship Id="rId12" Type="http://schemas.openxmlformats.org/officeDocument/2006/relationships/theme" Target="../theme/theme25.xml"/><Relationship Id="rId2" Type="http://schemas.openxmlformats.org/officeDocument/2006/relationships/slideLayout" Target="../slideLayouts/slideLayout269.xml"/><Relationship Id="rId1" Type="http://schemas.openxmlformats.org/officeDocument/2006/relationships/slideLayout" Target="../slideLayouts/slideLayout268.xml"/><Relationship Id="rId6" Type="http://schemas.openxmlformats.org/officeDocument/2006/relationships/slideLayout" Target="../slideLayouts/slideLayout273.xml"/><Relationship Id="rId11" Type="http://schemas.openxmlformats.org/officeDocument/2006/relationships/slideLayout" Target="../slideLayouts/slideLayout278.xml"/><Relationship Id="rId5" Type="http://schemas.openxmlformats.org/officeDocument/2006/relationships/slideLayout" Target="../slideLayouts/slideLayout272.xml"/><Relationship Id="rId10" Type="http://schemas.openxmlformats.org/officeDocument/2006/relationships/slideLayout" Target="../slideLayouts/slideLayout277.xml"/><Relationship Id="rId4" Type="http://schemas.openxmlformats.org/officeDocument/2006/relationships/slideLayout" Target="../slideLayouts/slideLayout271.xml"/><Relationship Id="rId9" Type="http://schemas.openxmlformats.org/officeDocument/2006/relationships/slideLayout" Target="../slideLayouts/slideLayout27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7171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084F717-005E-4444-80ED-FEF2512B945A}" type="datetimeFigureOut">
              <a:rPr lang="en-US">
                <a:solidFill>
                  <a:prstClr val="black">
                    <a:tint val="75000"/>
                  </a:prstClr>
                </a:solidFill>
                <a:cs typeface="Arial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>
                  <a:tint val="75000"/>
                </a:prstClr>
              </a:solidFill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rgbClr val="898989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1FCB154-F972-456D-9F72-1F641C023B93}" type="slidenum">
              <a:rPr lang="en-US" altLang="fa-IR"/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fa-IR"/>
          </a:p>
        </p:txBody>
      </p:sp>
    </p:spTree>
    <p:extLst>
      <p:ext uri="{BB962C8B-B14F-4D97-AF65-F5344CB8AC3E}">
        <p14:creationId xmlns:p14="http://schemas.microsoft.com/office/powerpoint/2010/main" val="3023357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4099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A3DE2CF-081D-4802-BAD5-F88CBC25ACA2}" type="datetimeFigureOut">
              <a:rPr lang="en-US">
                <a:solidFill>
                  <a:prstClr val="black">
                    <a:tint val="75000"/>
                  </a:prstClr>
                </a:solidFill>
                <a:cs typeface="Arial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>
                  <a:tint val="75000"/>
                </a:prstClr>
              </a:solidFill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C3FF35D-E12A-439D-A7DA-88C3E450D91E}" type="slidenum">
              <a:rPr lang="en-US" altLang="fa-IR"/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fa-IR"/>
          </a:p>
        </p:txBody>
      </p:sp>
      <p:sp>
        <p:nvSpPr>
          <p:cNvPr id="5127" name="TextBox 6"/>
          <p:cNvSpPr txBox="1">
            <a:spLocks noChangeArrowheads="1"/>
          </p:cNvSpPr>
          <p:nvPr/>
        </p:nvSpPr>
        <p:spPr bwMode="auto">
          <a:xfrm>
            <a:off x="-9525" y="6951663"/>
            <a:ext cx="8389938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>
                <a:solidFill>
                  <a:srgbClr val="A6A6A6"/>
                </a:solidFill>
              </a:rPr>
              <a:t>This presentation uses a free template provided by FPPT.com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>
                <a:solidFill>
                  <a:srgbClr val="A6A6A6"/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3789615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051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ADDD559-69A1-4318-A313-D821D6FB76AF}" type="datetimeFigureOut">
              <a:rPr lang="en-US">
                <a:solidFill>
                  <a:prstClr val="black">
                    <a:tint val="75000"/>
                  </a:prstClr>
                </a:solidFill>
                <a:cs typeface="Arial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>
                  <a:tint val="75000"/>
                </a:prstClr>
              </a:solidFill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939161A-F9B6-4CD2-8EAA-1521414B2443}" type="slidenum">
              <a:rPr lang="en-US" altLang="fa-IR"/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fa-IR"/>
          </a:p>
        </p:txBody>
      </p:sp>
      <p:sp>
        <p:nvSpPr>
          <p:cNvPr id="3079" name="TextBox 6"/>
          <p:cNvSpPr txBox="1">
            <a:spLocks noChangeArrowheads="1"/>
          </p:cNvSpPr>
          <p:nvPr/>
        </p:nvSpPr>
        <p:spPr bwMode="auto">
          <a:xfrm>
            <a:off x="-9525" y="6951663"/>
            <a:ext cx="8389938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>
                <a:solidFill>
                  <a:srgbClr val="A6A6A6"/>
                </a:solidFill>
              </a:rPr>
              <a:t>This presentation uses a free template provided by FPPT.com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>
                <a:solidFill>
                  <a:srgbClr val="A6A6A6"/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2703724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3075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6D561F9-3DD1-4CAD-8586-6F8D60221000}" type="datetimeFigureOut">
              <a:rPr lang="en-US">
                <a:solidFill>
                  <a:prstClr val="black">
                    <a:tint val="75000"/>
                  </a:prstClr>
                </a:solidFill>
                <a:cs typeface="Arial" pitchFamily="34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>
                  <a:tint val="75000"/>
                </a:prstClr>
              </a:solidFill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1EF484B-4C28-41AE-AA76-5FE3761F5996}" type="slidenum">
              <a:rPr lang="en-US" altLang="fa-IR"/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fa-IR"/>
          </a:p>
        </p:txBody>
      </p:sp>
      <p:sp>
        <p:nvSpPr>
          <p:cNvPr id="4103" name="TextBox 6"/>
          <p:cNvSpPr txBox="1">
            <a:spLocks noChangeArrowheads="1"/>
          </p:cNvSpPr>
          <p:nvPr/>
        </p:nvSpPr>
        <p:spPr bwMode="auto">
          <a:xfrm>
            <a:off x="-9525" y="6951663"/>
            <a:ext cx="8389938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>
                <a:solidFill>
                  <a:srgbClr val="A6A6A6"/>
                </a:solidFill>
              </a:rPr>
              <a:t>This presentation uses a free template provided by FPPT.com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 sz="1400">
                <a:solidFill>
                  <a:srgbClr val="A6A6A6"/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236127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7810407-269B-4A5B-8098-1C30932C800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70CCB92-2175-4A8B-8460-4C7507AF58D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767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7810407-269B-4A5B-8098-1C30932C800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70CCB92-2175-4A8B-8460-4C7507AF58D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54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7810407-269B-4A5B-8098-1C30932C800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70CCB92-2175-4A8B-8460-4C7507AF58D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3511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7810407-269B-4A5B-8098-1C30932C800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70CCB92-2175-4A8B-8460-4C7507AF58D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181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7810407-269B-4A5B-8098-1C30932C800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70CCB92-2175-4A8B-8460-4C7507AF58D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1255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7810407-269B-4A5B-8098-1C30932C800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70CCB92-2175-4A8B-8460-4C7507AF58D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115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7810407-269B-4A5B-8098-1C30932C800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70CCB92-2175-4A8B-8460-4C7507AF58D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602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7810407-269B-4A5B-8098-1C30932C800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70CCB92-2175-4A8B-8460-4C7507AF58D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2888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7810407-269B-4A5B-8098-1C30932C800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70CCB92-2175-4A8B-8460-4C7507AF58D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5836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7810407-269B-4A5B-8098-1C30932C800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70CCB92-2175-4A8B-8460-4C7507AF58D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810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7810407-269B-4A5B-8098-1C30932C800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70CCB92-2175-4A8B-8460-4C7507AF58D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0600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7810407-269B-4A5B-8098-1C30932C800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70CCB92-2175-4A8B-8460-4C7507AF58D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178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7810407-269B-4A5B-8098-1C30932C800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70CCB92-2175-4A8B-8460-4C7507AF58D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124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7810407-269B-4A5B-8098-1C30932C800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70CCB92-2175-4A8B-8460-4C7507AF58D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756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8" r:id="rId1"/>
    <p:sldLayoutId id="2147483869" r:id="rId2"/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  <p:sldLayoutId id="214748387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7810407-269B-4A5B-8098-1C30932C800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70CCB92-2175-4A8B-8460-4C7507AF58D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532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7810407-269B-4A5B-8098-1C30932C800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70CCB92-2175-4A8B-8460-4C7507AF58D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4727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7810407-269B-4A5B-8098-1C30932C800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70CCB92-2175-4A8B-8460-4C7507AF58D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86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  <p:sldLayoutId id="2147483914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7810407-269B-4A5B-8098-1C30932C800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70CCB92-2175-4A8B-8460-4C7507AF58D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86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6" r:id="rId1"/>
    <p:sldLayoutId id="2147483917" r:id="rId2"/>
    <p:sldLayoutId id="2147483918" r:id="rId3"/>
    <p:sldLayoutId id="2147483919" r:id="rId4"/>
    <p:sldLayoutId id="2147483920" r:id="rId5"/>
    <p:sldLayoutId id="2147483921" r:id="rId6"/>
    <p:sldLayoutId id="2147483922" r:id="rId7"/>
    <p:sldLayoutId id="2147483923" r:id="rId8"/>
    <p:sldLayoutId id="2147483924" r:id="rId9"/>
    <p:sldLayoutId id="2147483925" r:id="rId10"/>
    <p:sldLayoutId id="214748392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7810407-269B-4A5B-8098-1C30932C800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70CCB92-2175-4A8B-8460-4C7507AF58D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6641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fa-IR" smtClean="0"/>
              <a:t>Click to edit Master text styles</a:t>
            </a:r>
          </a:p>
          <a:p>
            <a:pPr lvl="1"/>
            <a:r>
              <a:rPr lang="en-US" altLang="fa-IR" smtClean="0"/>
              <a:t>Second level</a:t>
            </a:r>
          </a:p>
          <a:p>
            <a:pPr lvl="2"/>
            <a:r>
              <a:rPr lang="en-US" altLang="fa-IR" smtClean="0"/>
              <a:t>Third level</a:t>
            </a:r>
          </a:p>
          <a:p>
            <a:pPr lvl="3"/>
            <a:r>
              <a:rPr lang="en-US" altLang="fa-IR" smtClean="0"/>
              <a:t>Fourth level</a:t>
            </a:r>
          </a:p>
          <a:p>
            <a:pPr lvl="4"/>
            <a:r>
              <a:rPr lang="en-US" altLang="fa-IR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7810407-269B-4A5B-8098-1C30932C800B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9/2/2025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70CCB92-2175-4A8B-8460-4C7507AF58D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039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4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5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9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9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0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0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2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3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4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5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4" descr="#بسم الله الرحمن الرحیم&#10;@farhikhtehgan.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717960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Documents and Settings\akbarrezaei\Desktop\زنبور\IMG_20160829_11113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93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228600" y="1924050"/>
            <a:ext cx="8534400" cy="1962150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1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fa-IR" sz="39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itchFamily="2" charset="-78"/>
              </a:rPr>
              <a:t>راهنمای آمارگیری سراسری زنبورستانهای کشور</a:t>
            </a:r>
          </a:p>
          <a:p>
            <a:pPr rtl="1" fontAlgn="auto">
              <a:lnSpc>
                <a:spcPct val="150000"/>
              </a:lnSpc>
              <a:spcAft>
                <a:spcPts val="0"/>
              </a:spcAft>
              <a:defRPr/>
            </a:pPr>
            <a:r>
              <a:rPr lang="fa-IR" sz="39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itchFamily="2" charset="-78"/>
              </a:rPr>
              <a:t>در سال 1404</a:t>
            </a:r>
          </a:p>
        </p:txBody>
      </p:sp>
    </p:spTree>
    <p:extLst>
      <p:ext uri="{BB962C8B-B14F-4D97-AF65-F5344CB8AC3E}">
        <p14:creationId xmlns:p14="http://schemas.microsoft.com/office/powerpoint/2010/main" val="306480122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71390" y="528347"/>
            <a:ext cx="8858312" cy="928694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fa-IR" sz="4000" b="1" dirty="0">
                <a:ln w="18000">
                  <a:solidFill>
                    <a:srgbClr val="C0504D">
                      <a:satMod val="140000"/>
                    </a:srgbClr>
                  </a:solidFill>
                  <a:prstDash val="solid"/>
                  <a:miter lim="800000"/>
                </a:ln>
                <a:solidFill>
                  <a:srgbClr val="00B0F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ea typeface="+mj-ea"/>
                <a:cs typeface="B Homa" pitchFamily="2" charset="-78"/>
              </a:rPr>
              <a:t>زمان بندی ثبت و تایید اطلاعات آمارگیری</a:t>
            </a:r>
            <a:endParaRPr lang="en-US" sz="4000" b="1" dirty="0">
              <a:ln w="18000">
                <a:solidFill>
                  <a:srgbClr val="C0504D">
                    <a:satMod val="140000"/>
                  </a:srgbClr>
                </a:solidFill>
                <a:prstDash val="solid"/>
                <a:miter lim="800000"/>
              </a:ln>
              <a:solidFill>
                <a:srgbClr val="00B0F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ea typeface="+mj-ea"/>
              <a:cs typeface="B Homa" pitchFamily="2" charset="-7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1489075"/>
            <a:ext cx="8572500" cy="3694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r" rtl="1">
              <a:lnSpc>
                <a:spcPct val="200000"/>
              </a:lnSpc>
              <a:buFontTx/>
              <a:buChar char="-"/>
              <a:defRPr/>
            </a:pPr>
            <a:r>
              <a:rPr lang="fa-IR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عملیات میدانی آمارگیری از تاریخ 5لغایت 17مهرماه  </a:t>
            </a:r>
          </a:p>
          <a:p>
            <a:pPr marL="342900" indent="-342900" algn="r" rtl="1">
              <a:lnSpc>
                <a:spcPct val="200000"/>
              </a:lnSpc>
              <a:buFontTx/>
              <a:buChar char="-"/>
              <a:defRPr/>
            </a:pPr>
            <a:r>
              <a:rPr lang="fa-IR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امکان ثبت داده ها  تا  30مهر ماه</a:t>
            </a:r>
          </a:p>
          <a:p>
            <a:pPr marL="342900" indent="-342900" algn="r" rtl="1">
              <a:lnSpc>
                <a:spcPct val="200000"/>
              </a:lnSpc>
              <a:buFontTx/>
              <a:buChar char="-"/>
              <a:defRPr/>
            </a:pPr>
            <a:r>
              <a:rPr lang="fa-IR" sz="28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 مهلت برای اصلاح و ویرایش اطلاعات تا  17آبان ماه</a:t>
            </a:r>
          </a:p>
          <a:p>
            <a:pPr marL="342900" indent="-342900" algn="r" rtl="1">
              <a:lnSpc>
                <a:spcPct val="200000"/>
              </a:lnSpc>
              <a:buFontTx/>
              <a:buChar char="-"/>
              <a:defRPr/>
            </a:pPr>
            <a:r>
              <a:rPr lang="fa-IR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تایید نهایی سرشماری زنبورستانها توسط رئیس سازمان جهاد کشاورزی استان </a:t>
            </a:r>
            <a:r>
              <a:rPr lang="fa-IR" sz="24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anose="00000700000000000000" pitchFamily="2" charset="-78"/>
              </a:rPr>
              <a:t>20آبان ماه </a:t>
            </a:r>
          </a:p>
          <a:p>
            <a:pPr algn="r" rtl="1">
              <a:defRPr/>
            </a:pPr>
            <a:endParaRPr lang="fa-IR" b="1" dirty="0">
              <a:solidFill>
                <a:srgbClr val="00B0F0"/>
              </a:solidFill>
              <a:cs typeface="B 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6113203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14282" y="71414"/>
            <a:ext cx="8858312" cy="928694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fa-IR" sz="4000" b="1" dirty="0">
                <a:ln w="18000">
                  <a:solidFill>
                    <a:srgbClr val="C0504D">
                      <a:satMod val="140000"/>
                    </a:srgbClr>
                  </a:solidFill>
                  <a:prstDash val="solid"/>
                  <a:miter lim="800000"/>
                </a:ln>
                <a:solidFill>
                  <a:srgbClr val="00B0F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ea typeface="+mj-ea"/>
                <a:cs typeface="B Homa" pitchFamily="2" charset="-78"/>
              </a:rPr>
              <a:t>زمان بندی ثبت و تایید اطلاعات آمارگیری</a:t>
            </a:r>
            <a:endParaRPr lang="en-US" sz="4000" b="1" dirty="0">
              <a:ln w="18000">
                <a:solidFill>
                  <a:srgbClr val="C0504D">
                    <a:satMod val="140000"/>
                  </a:srgbClr>
                </a:solidFill>
                <a:prstDash val="solid"/>
                <a:miter lim="800000"/>
              </a:ln>
              <a:solidFill>
                <a:srgbClr val="00B0F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ea typeface="+mj-ea"/>
              <a:cs typeface="B Homa" pitchFamily="2" charset="-78"/>
            </a:endParaRPr>
          </a:p>
        </p:txBody>
      </p:sp>
      <p:sp>
        <p:nvSpPr>
          <p:cNvPr id="6147" name="TextBox 4"/>
          <p:cNvSpPr txBox="1">
            <a:spLocks noChangeArrowheads="1"/>
          </p:cNvSpPr>
          <p:nvPr/>
        </p:nvSpPr>
        <p:spPr bwMode="auto">
          <a:xfrm>
            <a:off x="214313" y="871538"/>
            <a:ext cx="8572500" cy="592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justLow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1800" b="1" smtClean="0">
                <a:solidFill>
                  <a:srgbClr val="0070C0"/>
                </a:solidFill>
                <a:cs typeface="B Zar" pitchFamily="2" charset="-78"/>
              </a:rPr>
              <a:t>کارشناسان پهنه :</a:t>
            </a:r>
            <a:endParaRPr lang="en-US" altLang="fa-IR" sz="1800" b="1" smtClean="0">
              <a:solidFill>
                <a:srgbClr val="0070C0"/>
              </a:solidFill>
              <a:cs typeface="B Zar" pitchFamily="2" charset="-78"/>
            </a:endParaRPr>
          </a:p>
          <a:p>
            <a:pPr algn="justLow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2000" smtClean="0">
                <a:solidFill>
                  <a:prstClr val="black"/>
                </a:solidFill>
                <a:cs typeface="B Zar" pitchFamily="2" charset="-78"/>
              </a:rPr>
              <a:t>همزمان با شروع سراسری آمارگیری در روز </a:t>
            </a:r>
            <a:r>
              <a:rPr lang="fa-IR" altLang="fa-IR" sz="2000" b="1" smtClean="0">
                <a:solidFill>
                  <a:prstClr val="black"/>
                </a:solidFill>
                <a:cs typeface="B Zar" pitchFamily="2" charset="-78"/>
              </a:rPr>
              <a:t>5مهر </a:t>
            </a:r>
            <a:r>
              <a:rPr lang="fa-IR" altLang="fa-IR" sz="2000" smtClean="0">
                <a:solidFill>
                  <a:prstClr val="black"/>
                </a:solidFill>
                <a:cs typeface="B Zar" pitchFamily="2" charset="-78"/>
              </a:rPr>
              <a:t>، کارشناسان پهنه تا </a:t>
            </a:r>
            <a:r>
              <a:rPr lang="fa-IR" altLang="fa-IR" sz="2000" b="1" smtClean="0">
                <a:solidFill>
                  <a:prstClr val="black"/>
                </a:solidFill>
                <a:cs typeface="B Zar" pitchFamily="2" charset="-78"/>
              </a:rPr>
              <a:t>30 مهرماه </a:t>
            </a:r>
            <a:r>
              <a:rPr lang="fa-IR" altLang="fa-IR" sz="2000" smtClean="0">
                <a:solidFill>
                  <a:prstClr val="black"/>
                </a:solidFill>
                <a:cs typeface="B Zar" pitchFamily="2" charset="-78"/>
              </a:rPr>
              <a:t>باید  نسبت به ثبت اطلاعات پهنه خود اقدام نمایند . </a:t>
            </a:r>
          </a:p>
          <a:p>
            <a:pPr algn="justLow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1400" smtClean="0">
                <a:solidFill>
                  <a:srgbClr val="0070C0"/>
                </a:solidFill>
                <a:cs typeface="B Titr" pitchFamily="2" charset="-78"/>
              </a:rPr>
              <a:t>تذکر1 : </a:t>
            </a:r>
            <a:r>
              <a:rPr lang="fa-IR" altLang="fa-IR" sz="1800" smtClean="0">
                <a:solidFill>
                  <a:prstClr val="black"/>
                </a:solidFill>
                <a:cs typeface="B Zar" pitchFamily="2" charset="-78"/>
              </a:rPr>
              <a:t>بعد از پایان مهلت ثبت اطلاعات 30 مهرماه، ثبت اطلاعات جدید باید با هماهنگی و ایجاد دسترسی توسط پشتیبان سامانه انجام شود. </a:t>
            </a:r>
          </a:p>
          <a:p>
            <a:pPr algn="justLow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1400" smtClean="0">
                <a:solidFill>
                  <a:srgbClr val="0070C0"/>
                </a:solidFill>
                <a:cs typeface="B Titr" pitchFamily="2" charset="-78"/>
              </a:rPr>
              <a:t>تذکر2 : </a:t>
            </a:r>
            <a:r>
              <a:rPr lang="fa-IR" altLang="fa-IR" sz="1800" smtClean="0">
                <a:solidFill>
                  <a:prstClr val="black"/>
                </a:solidFill>
                <a:cs typeface="B Zar" pitchFamily="2" charset="-78"/>
              </a:rPr>
              <a:t>کارشناسان پهنه  (</a:t>
            </a:r>
            <a:r>
              <a:rPr lang="fa-IR" altLang="fa-IR" sz="1600" smtClean="0">
                <a:solidFill>
                  <a:prstClr val="black"/>
                </a:solidFill>
                <a:cs typeface="B Zar" pitchFamily="2" charset="-78"/>
              </a:rPr>
              <a:t>در صورت عدم تایید اطلاعات توسط رئیس مرکز جهاد کشاورزی ) </a:t>
            </a:r>
            <a:r>
              <a:rPr lang="fa-IR" altLang="fa-IR" sz="1800" smtClean="0">
                <a:solidFill>
                  <a:prstClr val="black"/>
                </a:solidFill>
                <a:cs typeface="B Zar" pitchFamily="2" charset="-78"/>
              </a:rPr>
              <a:t>می توانند تا  17 آبان</a:t>
            </a:r>
            <a:r>
              <a:rPr lang="fa-IR" altLang="fa-IR" sz="1800" b="1" smtClean="0">
                <a:solidFill>
                  <a:prstClr val="black"/>
                </a:solidFill>
                <a:cs typeface="B Zar" pitchFamily="2" charset="-78"/>
              </a:rPr>
              <a:t> </a:t>
            </a:r>
            <a:r>
              <a:rPr lang="fa-IR" altLang="fa-IR" sz="1800" smtClean="0">
                <a:solidFill>
                  <a:prstClr val="black"/>
                </a:solidFill>
                <a:cs typeface="B Zar" pitchFamily="2" charset="-78"/>
              </a:rPr>
              <a:t>نسبت به اصلاح  و ویرایش اطلاعات  اقدام نمایند .</a:t>
            </a:r>
          </a:p>
          <a:p>
            <a:pPr algn="justLow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fa-IR" altLang="fa-IR" sz="1100" smtClean="0">
              <a:solidFill>
                <a:srgbClr val="0070C0"/>
              </a:solidFill>
              <a:cs typeface="B Zar" pitchFamily="2" charset="-78"/>
            </a:endParaRPr>
          </a:p>
          <a:p>
            <a:pPr algn="justLow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1800" b="1" smtClean="0">
                <a:solidFill>
                  <a:srgbClr val="0070C0"/>
                </a:solidFill>
                <a:cs typeface="B Zar" pitchFamily="2" charset="-78"/>
              </a:rPr>
              <a:t>رئیس مرکز جهاد کشاورزی :</a:t>
            </a:r>
          </a:p>
          <a:p>
            <a:pPr algn="justLow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fa-IR" sz="600" smtClean="0">
              <a:solidFill>
                <a:srgbClr val="0070C0"/>
              </a:solidFill>
              <a:cs typeface="B Zar" pitchFamily="2" charset="-78"/>
            </a:endParaRPr>
          </a:p>
          <a:p>
            <a:pPr algn="justLow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2000" u="sng" smtClean="0">
                <a:solidFill>
                  <a:prstClr val="black"/>
                </a:solidFill>
                <a:cs typeface="B Zar" pitchFamily="2" charset="-78"/>
              </a:rPr>
              <a:t> </a:t>
            </a:r>
            <a:r>
              <a:rPr lang="fa-IR" altLang="fa-IR" sz="2000" smtClean="0">
                <a:solidFill>
                  <a:prstClr val="black"/>
                </a:solidFill>
                <a:cs typeface="B Zar" pitchFamily="2" charset="-78"/>
              </a:rPr>
              <a:t>رئیس مرکز از اولین روز شروع سرشماری در 5مهرماه  نسبت به کنترل و بررسی اطلاعات  اقدام  و در صورت مشاهده اطلاعات نادرست  یا  نقص در داده ها ، آن را برای اصلاح به کارشناس پهنه مربوطه ارجاع می نماید و پس از اعمال اصلاحات  ، تا پایان روز </a:t>
            </a:r>
            <a:r>
              <a:rPr lang="fa-IR" altLang="fa-IR" sz="2000" b="1" smtClean="0">
                <a:solidFill>
                  <a:prstClr val="black"/>
                </a:solidFill>
                <a:cs typeface="B Zar" pitchFamily="2" charset="-78"/>
              </a:rPr>
              <a:t>30 مهرماه </a:t>
            </a:r>
            <a:r>
              <a:rPr lang="fa-IR" altLang="fa-IR" sz="2000" smtClean="0">
                <a:solidFill>
                  <a:prstClr val="black"/>
                </a:solidFill>
                <a:cs typeface="B Zar" pitchFamily="2" charset="-78"/>
              </a:rPr>
              <a:t>نسبت به تایید اطلاعات  اقدام می نماید .</a:t>
            </a:r>
          </a:p>
          <a:p>
            <a:pPr algn="justLow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1800" smtClean="0">
                <a:solidFill>
                  <a:srgbClr val="0070C0"/>
                </a:solidFill>
                <a:cs typeface="B Zar" pitchFamily="2" charset="-78"/>
              </a:rPr>
              <a:t> </a:t>
            </a:r>
            <a:r>
              <a:rPr lang="en-US" altLang="fa-IR" sz="1800" smtClean="0">
                <a:solidFill>
                  <a:srgbClr val="0070C0"/>
                </a:solidFill>
                <a:cs typeface="B Zar" pitchFamily="2" charset="-78"/>
              </a:rPr>
              <a:t> </a:t>
            </a:r>
          </a:p>
          <a:p>
            <a:pPr algn="justLow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1800" b="1" smtClean="0">
                <a:solidFill>
                  <a:srgbClr val="0070C0"/>
                </a:solidFill>
                <a:cs typeface="B Zar" pitchFamily="2" charset="-78"/>
              </a:rPr>
              <a:t>کارشناس موضوعی شهرستان :</a:t>
            </a:r>
          </a:p>
          <a:p>
            <a:pPr algn="justLow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2000" u="sng" smtClean="0">
                <a:solidFill>
                  <a:prstClr val="black"/>
                </a:solidFill>
                <a:cs typeface="B Zar" pitchFamily="2" charset="-78"/>
              </a:rPr>
              <a:t> از اولین روز شروع سرشماری در 5 مهرماه  تا پایان روز </a:t>
            </a:r>
            <a:r>
              <a:rPr lang="fa-IR" altLang="fa-IR" sz="2000" b="1" u="sng" smtClean="0">
                <a:solidFill>
                  <a:prstClr val="black"/>
                </a:solidFill>
                <a:cs typeface="B Zar" pitchFamily="2" charset="-78"/>
              </a:rPr>
              <a:t>17 آبان </a:t>
            </a:r>
            <a:r>
              <a:rPr lang="fa-IR" altLang="fa-IR" sz="2000" smtClean="0">
                <a:solidFill>
                  <a:prstClr val="black"/>
                </a:solidFill>
                <a:cs typeface="B Zar" pitchFamily="2" charset="-78"/>
              </a:rPr>
              <a:t>کارشناس موضوعی شهرستان (کارشناس طیور و زنبور عسل شهرستان ) باید با هماهنگی شرکت تعاونی زنبورداران شهرستان (در صورت وجود شرکت) اقدام به کنترل و بررسی اطلاعات ثبت شده در سامانه  نموده  ودر صورت مشاهده اطلاعات نادرست  یا نقص در اطلاعات موضوع  را به اطلاع رئیس مرکز و کارشناس مسئول پهنه رسانده و پیگیری لازم برای اصلاح  داده ها  را بعمل آورد  . </a:t>
            </a:r>
            <a:endParaRPr lang="fa-IR" altLang="fa-IR" sz="1800" smtClean="0">
              <a:solidFill>
                <a:prstClr val="black"/>
              </a:solidFill>
              <a:cs typeface="B Zar" pitchFamily="2" charset="-78"/>
            </a:endParaRP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fa-IR" altLang="fa-IR" sz="1800" b="1" smtClean="0">
              <a:solidFill>
                <a:srgbClr val="00B0F0"/>
              </a:solidFill>
              <a:cs typeface="B 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4862696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14282" y="71414"/>
            <a:ext cx="8858312" cy="928694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fa-IR" sz="4000" b="1" dirty="0">
                <a:ln w="18000">
                  <a:solidFill>
                    <a:srgbClr val="C0504D">
                      <a:satMod val="140000"/>
                    </a:srgbClr>
                  </a:solidFill>
                  <a:prstDash val="solid"/>
                  <a:miter lim="800000"/>
                </a:ln>
                <a:solidFill>
                  <a:srgbClr val="00B0F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ea typeface="+mj-ea"/>
                <a:cs typeface="B Homa" pitchFamily="2" charset="-78"/>
              </a:rPr>
              <a:t>زمان بندی ثبت و تایید اطلاعات آمارگیری</a:t>
            </a:r>
            <a:endParaRPr lang="en-US" sz="4000" b="1" dirty="0">
              <a:ln w="18000">
                <a:solidFill>
                  <a:srgbClr val="C0504D">
                    <a:satMod val="140000"/>
                  </a:srgbClr>
                </a:solidFill>
                <a:prstDash val="solid"/>
                <a:miter lim="800000"/>
              </a:ln>
              <a:solidFill>
                <a:srgbClr val="00B0F0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ea typeface="+mj-ea"/>
              <a:cs typeface="B Homa" pitchFamily="2" charset="-78"/>
            </a:endParaRPr>
          </a:p>
        </p:txBody>
      </p:sp>
      <p:sp>
        <p:nvSpPr>
          <p:cNvPr id="5123" name="TextBox 4"/>
          <p:cNvSpPr txBox="1">
            <a:spLocks noChangeArrowheads="1"/>
          </p:cNvSpPr>
          <p:nvPr/>
        </p:nvSpPr>
        <p:spPr bwMode="auto">
          <a:xfrm>
            <a:off x="534988" y="1025525"/>
            <a:ext cx="8216900" cy="536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  <a:defRPr/>
            </a:pPr>
            <a:endParaRPr lang="en-US" altLang="fa-IR" sz="1800" dirty="0">
              <a:solidFill>
                <a:srgbClr val="0070C0"/>
              </a:solidFill>
              <a:cs typeface="B Zar" pitchFamily="2" charset="-78"/>
            </a:endParaRPr>
          </a:p>
          <a:p>
            <a:pPr algn="r" rtl="1" eaLnBrk="1" hangingPunct="1">
              <a:spcBef>
                <a:spcPct val="0"/>
              </a:spcBef>
              <a:buFontTx/>
              <a:buNone/>
              <a:defRPr/>
            </a:pPr>
            <a:r>
              <a:rPr lang="fa-IR" altLang="fa-IR" sz="1800" b="1" dirty="0">
                <a:solidFill>
                  <a:srgbClr val="0070C0"/>
                </a:solidFill>
                <a:cs typeface="B Zar" pitchFamily="2" charset="-78"/>
              </a:rPr>
              <a:t>مدیر جهاد کشاورزی شهرستان </a:t>
            </a:r>
            <a:r>
              <a:rPr lang="fa-IR" altLang="fa-IR" sz="1800" b="1" dirty="0" smtClean="0">
                <a:solidFill>
                  <a:srgbClr val="0070C0"/>
                </a:solidFill>
                <a:cs typeface="B Zar" pitchFamily="2" charset="-78"/>
              </a:rPr>
              <a:t>:</a:t>
            </a:r>
          </a:p>
          <a:p>
            <a:pPr algn="r" rtl="1" eaLnBrk="1" hangingPunct="1">
              <a:spcBef>
                <a:spcPct val="0"/>
              </a:spcBef>
              <a:buFontTx/>
              <a:buNone/>
              <a:defRPr/>
            </a:pPr>
            <a:endParaRPr lang="en-US" altLang="fa-IR" sz="800" dirty="0">
              <a:solidFill>
                <a:srgbClr val="0070C0"/>
              </a:solidFill>
              <a:cs typeface="B Zar" pitchFamily="2" charset="-78"/>
            </a:endParaRPr>
          </a:p>
          <a:p>
            <a:pPr algn="justLow" rtl="1" eaLnBrk="1" hangingPunct="1">
              <a:spcBef>
                <a:spcPct val="0"/>
              </a:spcBef>
              <a:buFont typeface="Arial" pitchFamily="34" charset="0"/>
              <a:buNone/>
              <a:defRPr/>
            </a:pPr>
            <a:r>
              <a:rPr lang="fa-IR" altLang="fa-IR" sz="1800" dirty="0">
                <a:solidFill>
                  <a:srgbClr val="0070C0"/>
                </a:solidFill>
                <a:cs typeface="B Zar" pitchFamily="2" charset="-78"/>
              </a:rPr>
              <a:t> </a:t>
            </a:r>
            <a:r>
              <a:rPr lang="fa-IR" sz="1800" u="sng" dirty="0">
                <a:solidFill>
                  <a:prstClr val="black"/>
                </a:solidFill>
                <a:cs typeface="B Zar" pitchFamily="2" charset="-78"/>
              </a:rPr>
              <a:t>از اولین روز شروع سرشماری در </a:t>
            </a:r>
            <a:r>
              <a:rPr lang="fa-IR" sz="1800" u="sng" dirty="0" smtClean="0">
                <a:solidFill>
                  <a:prstClr val="black"/>
                </a:solidFill>
                <a:cs typeface="B Zar" pitchFamily="2" charset="-78"/>
              </a:rPr>
              <a:t>5مهرماه   </a:t>
            </a:r>
            <a:r>
              <a:rPr lang="fa-IR" altLang="fa-IR" sz="1800" dirty="0" smtClean="0">
                <a:solidFill>
                  <a:prstClr val="black"/>
                </a:solidFill>
                <a:cs typeface="B Zar" pitchFamily="2" charset="-78"/>
              </a:rPr>
              <a:t>مدیر جهاد </a:t>
            </a:r>
            <a:r>
              <a:rPr lang="fa-IR" altLang="fa-IR" sz="1800" dirty="0">
                <a:solidFill>
                  <a:prstClr val="black"/>
                </a:solidFill>
                <a:cs typeface="B Zar" pitchFamily="2" charset="-78"/>
              </a:rPr>
              <a:t>کشاورزی شهرستان  اقدام به کنترل و بررسی اطلاعات ثبت </a:t>
            </a:r>
            <a:r>
              <a:rPr lang="fa-IR" altLang="fa-IR" sz="1800" dirty="0" smtClean="0">
                <a:solidFill>
                  <a:prstClr val="black"/>
                </a:solidFill>
                <a:cs typeface="B Zar" pitchFamily="2" charset="-78"/>
              </a:rPr>
              <a:t>شده در سامانه  </a:t>
            </a:r>
            <a:r>
              <a:rPr lang="fa-IR" altLang="fa-IR" sz="1800" dirty="0">
                <a:solidFill>
                  <a:prstClr val="black"/>
                </a:solidFill>
                <a:cs typeface="B Zar" pitchFamily="2" charset="-78"/>
              </a:rPr>
              <a:t>نموده و در صورت مشاهده اطلاعات </a:t>
            </a:r>
            <a:r>
              <a:rPr lang="fa-IR" altLang="fa-IR" sz="1800" dirty="0" smtClean="0">
                <a:solidFill>
                  <a:prstClr val="black"/>
                </a:solidFill>
                <a:cs typeface="B Zar" pitchFamily="2" charset="-78"/>
              </a:rPr>
              <a:t>نادرست  یا  نقص در داده ها ، آن </a:t>
            </a:r>
            <a:r>
              <a:rPr lang="fa-IR" altLang="fa-IR" sz="1800" dirty="0">
                <a:solidFill>
                  <a:prstClr val="black"/>
                </a:solidFill>
                <a:cs typeface="B Zar" pitchFamily="2" charset="-78"/>
              </a:rPr>
              <a:t>را </a:t>
            </a:r>
            <a:r>
              <a:rPr lang="fa-IR" altLang="fa-IR" sz="1800" dirty="0" smtClean="0">
                <a:solidFill>
                  <a:prstClr val="black"/>
                </a:solidFill>
                <a:cs typeface="B Zar" pitchFamily="2" charset="-78"/>
              </a:rPr>
              <a:t> جهت بررسی و اصلاح به </a:t>
            </a:r>
            <a:r>
              <a:rPr lang="fa-IR" altLang="fa-IR" sz="1800" dirty="0">
                <a:solidFill>
                  <a:prstClr val="black"/>
                </a:solidFill>
                <a:cs typeface="B Zar" pitchFamily="2" charset="-78"/>
              </a:rPr>
              <a:t>هریک از کارشناس موضوعی ، رئیس مرکز جهاد کشاورزی و یا کارشناس </a:t>
            </a:r>
            <a:r>
              <a:rPr lang="fa-IR" altLang="fa-IR" sz="1800" dirty="0" smtClean="0">
                <a:solidFill>
                  <a:prstClr val="black"/>
                </a:solidFill>
                <a:cs typeface="B Zar" pitchFamily="2" charset="-78"/>
              </a:rPr>
              <a:t>پهنه مربوطه ارجاع </a:t>
            </a:r>
            <a:r>
              <a:rPr lang="fa-IR" altLang="fa-IR" sz="1800" dirty="0">
                <a:solidFill>
                  <a:prstClr val="black"/>
                </a:solidFill>
                <a:cs typeface="B Zar" pitchFamily="2" charset="-78"/>
              </a:rPr>
              <a:t>می نماید  </a:t>
            </a:r>
            <a:r>
              <a:rPr lang="fa-IR" altLang="fa-IR" sz="1800" dirty="0" smtClean="0">
                <a:solidFill>
                  <a:prstClr val="black"/>
                </a:solidFill>
                <a:cs typeface="B Zar" pitchFamily="2" charset="-78"/>
              </a:rPr>
              <a:t>و </a:t>
            </a:r>
            <a:r>
              <a:rPr lang="fa-IR" altLang="fa-IR" sz="1800" dirty="0">
                <a:solidFill>
                  <a:prstClr val="black"/>
                </a:solidFill>
                <a:cs typeface="B Zar" pitchFamily="2" charset="-78"/>
              </a:rPr>
              <a:t>در نهایت تا پایان روز </a:t>
            </a:r>
            <a:r>
              <a:rPr lang="fa-IR" altLang="fa-IR" sz="1800" b="1" dirty="0">
                <a:solidFill>
                  <a:prstClr val="black"/>
                </a:solidFill>
                <a:cs typeface="B Zar" pitchFamily="2" charset="-78"/>
              </a:rPr>
              <a:t> </a:t>
            </a:r>
            <a:r>
              <a:rPr lang="fa-IR" altLang="fa-IR" sz="1800" b="1" dirty="0" smtClean="0">
                <a:solidFill>
                  <a:prstClr val="black"/>
                </a:solidFill>
                <a:cs typeface="B Zar" pitchFamily="2" charset="-78"/>
              </a:rPr>
              <a:t>30 مهرماه </a:t>
            </a:r>
            <a:r>
              <a:rPr lang="fa-IR" altLang="fa-IR" sz="1800" dirty="0" smtClean="0">
                <a:solidFill>
                  <a:prstClr val="black"/>
                </a:solidFill>
                <a:cs typeface="B Zar" pitchFamily="2" charset="-78"/>
              </a:rPr>
              <a:t>نسبت </a:t>
            </a:r>
            <a:r>
              <a:rPr lang="fa-IR" altLang="fa-IR" sz="1800" dirty="0">
                <a:solidFill>
                  <a:prstClr val="black"/>
                </a:solidFill>
                <a:cs typeface="B Zar" pitchFamily="2" charset="-78"/>
              </a:rPr>
              <a:t>به تایید اطلاعات </a:t>
            </a:r>
            <a:r>
              <a:rPr lang="fa-IR" altLang="fa-IR" sz="1800" dirty="0" smtClean="0">
                <a:solidFill>
                  <a:prstClr val="black"/>
                </a:solidFill>
                <a:cs typeface="B Zar" pitchFamily="2" charset="-78"/>
              </a:rPr>
              <a:t> اقدام می نماید .</a:t>
            </a:r>
            <a:endParaRPr lang="fa-IR" altLang="fa-IR" sz="1800" dirty="0">
              <a:solidFill>
                <a:prstClr val="black"/>
              </a:solidFill>
              <a:cs typeface="B Zar" pitchFamily="2" charset="-78"/>
            </a:endParaRPr>
          </a:p>
          <a:p>
            <a:pPr algn="r" rtl="1" eaLnBrk="1" hangingPunct="1">
              <a:spcBef>
                <a:spcPct val="0"/>
              </a:spcBef>
              <a:buFont typeface="Arial" pitchFamily="34" charset="0"/>
              <a:buNone/>
              <a:defRPr/>
            </a:pPr>
            <a:endParaRPr lang="fa-IR" altLang="fa-IR" sz="1800" dirty="0">
              <a:solidFill>
                <a:srgbClr val="0070C0"/>
              </a:solidFill>
              <a:cs typeface="B Zar" pitchFamily="2" charset="-78"/>
            </a:endParaRPr>
          </a:p>
          <a:p>
            <a:pPr algn="r" rtl="1" eaLnBrk="1" hangingPunct="1">
              <a:spcBef>
                <a:spcPct val="0"/>
              </a:spcBef>
              <a:buFont typeface="Arial" pitchFamily="34" charset="0"/>
              <a:buNone/>
              <a:defRPr/>
            </a:pPr>
            <a:r>
              <a:rPr lang="fa-IR" altLang="fa-IR" sz="1800" b="1" dirty="0" smtClean="0">
                <a:solidFill>
                  <a:srgbClr val="0070C0"/>
                </a:solidFill>
                <a:cs typeface="B Zar" pitchFamily="2" charset="-78"/>
              </a:rPr>
              <a:t>کارشناس </a:t>
            </a:r>
            <a:r>
              <a:rPr lang="fa-IR" altLang="fa-IR" sz="1800" b="1" dirty="0">
                <a:solidFill>
                  <a:srgbClr val="0070C0"/>
                </a:solidFill>
                <a:cs typeface="B Zar" pitchFamily="2" charset="-78"/>
              </a:rPr>
              <a:t>معین </a:t>
            </a:r>
            <a:r>
              <a:rPr lang="fa-IR" altLang="fa-IR" sz="1800" b="1" dirty="0" smtClean="0">
                <a:solidFill>
                  <a:srgbClr val="0070C0"/>
                </a:solidFill>
                <a:cs typeface="B Zar" pitchFamily="2" charset="-78"/>
              </a:rPr>
              <a:t>زنبورعسل : </a:t>
            </a:r>
          </a:p>
          <a:p>
            <a:pPr algn="r" rtl="1" eaLnBrk="1" hangingPunct="1">
              <a:spcBef>
                <a:spcPct val="0"/>
              </a:spcBef>
              <a:buFont typeface="Arial" pitchFamily="34" charset="0"/>
              <a:buNone/>
              <a:defRPr/>
            </a:pPr>
            <a:endParaRPr lang="fa-IR" altLang="fa-IR" sz="700" b="1" dirty="0">
              <a:solidFill>
                <a:srgbClr val="0070C0"/>
              </a:solidFill>
              <a:cs typeface="B Zar" pitchFamily="2" charset="-78"/>
            </a:endParaRPr>
          </a:p>
          <a:p>
            <a:pPr algn="justLow" rtl="1" eaLnBrk="1" hangingPunct="1">
              <a:spcBef>
                <a:spcPct val="0"/>
              </a:spcBef>
              <a:buFontTx/>
              <a:buNone/>
              <a:defRPr/>
            </a:pPr>
            <a:r>
              <a:rPr lang="fa-IR" altLang="fa-IR" sz="1800" dirty="0">
                <a:solidFill>
                  <a:srgbClr val="0070C0"/>
                </a:solidFill>
                <a:cs typeface="B Zar" pitchFamily="2" charset="-78"/>
              </a:rPr>
              <a:t> </a:t>
            </a:r>
            <a:r>
              <a:rPr lang="fa-IR" altLang="fa-IR" sz="1800" dirty="0" smtClean="0">
                <a:solidFill>
                  <a:prstClr val="black"/>
                </a:solidFill>
                <a:cs typeface="B Zar" pitchFamily="2" charset="-78"/>
              </a:rPr>
              <a:t>کارشناس مسئول زنبورعسل استان  علاوه بر بازدید  میدانی  در طول اجرای طرح سرشماری در سطح  شهرستانهای استان  </a:t>
            </a:r>
            <a:r>
              <a:rPr lang="fa-IR" sz="1800" u="sng" dirty="0" smtClean="0">
                <a:solidFill>
                  <a:prstClr val="black"/>
                </a:solidFill>
                <a:cs typeface="B Zar" pitchFamily="2" charset="-78"/>
              </a:rPr>
              <a:t>از </a:t>
            </a:r>
            <a:r>
              <a:rPr lang="fa-IR" sz="1800" u="sng" dirty="0">
                <a:solidFill>
                  <a:prstClr val="black"/>
                </a:solidFill>
                <a:cs typeface="B Zar" pitchFamily="2" charset="-78"/>
              </a:rPr>
              <a:t>اولین روز شروع سرشماری در </a:t>
            </a:r>
            <a:r>
              <a:rPr lang="fa-IR" sz="1800" u="sng" dirty="0" smtClean="0">
                <a:solidFill>
                  <a:prstClr val="black"/>
                </a:solidFill>
                <a:cs typeface="B Zar" pitchFamily="2" charset="-78"/>
              </a:rPr>
              <a:t>5مهرماه  </a:t>
            </a:r>
            <a:r>
              <a:rPr lang="fa-IR" altLang="fa-IR" sz="1800" dirty="0" smtClean="0">
                <a:solidFill>
                  <a:prstClr val="black"/>
                </a:solidFill>
                <a:cs typeface="B Zar" pitchFamily="2" charset="-78"/>
              </a:rPr>
              <a:t>اقدام  </a:t>
            </a:r>
            <a:r>
              <a:rPr lang="fa-IR" altLang="fa-IR" sz="1800" dirty="0">
                <a:solidFill>
                  <a:prstClr val="black"/>
                </a:solidFill>
                <a:cs typeface="B Zar" pitchFamily="2" charset="-78"/>
              </a:rPr>
              <a:t>به کنترل و بررسی اطلاعات ثبت شده </a:t>
            </a:r>
            <a:r>
              <a:rPr lang="fa-IR" altLang="fa-IR" sz="1800" dirty="0" smtClean="0">
                <a:solidFill>
                  <a:prstClr val="black"/>
                </a:solidFill>
                <a:cs typeface="B Zar" pitchFamily="2" charset="-78"/>
              </a:rPr>
              <a:t>در سامانه نموده </a:t>
            </a:r>
            <a:r>
              <a:rPr lang="fa-IR" altLang="fa-IR" sz="1800" dirty="0">
                <a:solidFill>
                  <a:prstClr val="black"/>
                </a:solidFill>
                <a:cs typeface="B Zar" pitchFamily="2" charset="-78"/>
              </a:rPr>
              <a:t>و در صورت مشاهده </a:t>
            </a:r>
            <a:r>
              <a:rPr lang="fa-IR" altLang="fa-IR" sz="1800" u="sng" dirty="0">
                <a:solidFill>
                  <a:prstClr val="black"/>
                </a:solidFill>
                <a:cs typeface="B Zar" pitchFamily="2" charset="-78"/>
              </a:rPr>
              <a:t>هر گونه مشکل </a:t>
            </a:r>
            <a:r>
              <a:rPr lang="fa-IR" altLang="fa-IR" sz="1800" dirty="0">
                <a:solidFill>
                  <a:prstClr val="black"/>
                </a:solidFill>
                <a:cs typeface="B Zar" pitchFamily="2" charset="-78"/>
              </a:rPr>
              <a:t>در اطلاعات ثبت شده آن را </a:t>
            </a:r>
            <a:r>
              <a:rPr lang="fa-IR" altLang="fa-IR" sz="1800" dirty="0" smtClean="0">
                <a:solidFill>
                  <a:prstClr val="black"/>
                </a:solidFill>
                <a:cs typeface="B Zar" pitchFamily="2" charset="-78"/>
              </a:rPr>
              <a:t> جهت پیگیری  اصلاح  به </a:t>
            </a:r>
            <a:r>
              <a:rPr lang="fa-IR" altLang="fa-IR" sz="1800" dirty="0">
                <a:solidFill>
                  <a:prstClr val="black"/>
                </a:solidFill>
                <a:cs typeface="B Zar" pitchFamily="2" charset="-78"/>
              </a:rPr>
              <a:t>اطلاع   مدیر شهرستان  </a:t>
            </a:r>
            <a:r>
              <a:rPr lang="fa-IR" altLang="fa-IR" sz="1800" dirty="0" smtClean="0">
                <a:solidFill>
                  <a:prstClr val="black"/>
                </a:solidFill>
                <a:cs typeface="B Zar" pitchFamily="2" charset="-78"/>
              </a:rPr>
              <a:t>و </a:t>
            </a:r>
            <a:r>
              <a:rPr lang="fa-IR" altLang="fa-IR" sz="1800" dirty="0">
                <a:solidFill>
                  <a:prstClr val="black"/>
                </a:solidFill>
                <a:cs typeface="B Zar" pitchFamily="2" charset="-78"/>
              </a:rPr>
              <a:t>کارشناس پهنه مربوطه </a:t>
            </a:r>
            <a:r>
              <a:rPr lang="fa-IR" altLang="fa-IR" sz="1800" dirty="0" smtClean="0">
                <a:solidFill>
                  <a:prstClr val="black"/>
                </a:solidFill>
                <a:cs typeface="B Zar" pitchFamily="2" charset="-78"/>
              </a:rPr>
              <a:t>می رساند به نحویکه اطلاعات صحیح زنبورستان های استان تا </a:t>
            </a:r>
            <a:r>
              <a:rPr lang="fa-IR" altLang="fa-IR" sz="1800" dirty="0">
                <a:solidFill>
                  <a:prstClr val="black"/>
                </a:solidFill>
                <a:cs typeface="B Zar" pitchFamily="2" charset="-78"/>
              </a:rPr>
              <a:t>پایان روز </a:t>
            </a:r>
            <a:r>
              <a:rPr lang="fa-IR" altLang="fa-IR" sz="1800" b="1" dirty="0" smtClean="0">
                <a:solidFill>
                  <a:prstClr val="black"/>
                </a:solidFill>
                <a:cs typeface="B Zar" pitchFamily="2" charset="-78"/>
              </a:rPr>
              <a:t> 17 آبان </a:t>
            </a:r>
            <a:r>
              <a:rPr lang="fa-IR" altLang="fa-IR" sz="1800" dirty="0" smtClean="0">
                <a:solidFill>
                  <a:prstClr val="black"/>
                </a:solidFill>
                <a:cs typeface="B Zar" pitchFamily="2" charset="-78"/>
              </a:rPr>
              <a:t>تکمیل شده باشد و برای تایید رئیس محترم سازمان جهاد کشاورزی استان  در 20 آبان ماه آماده باشد . </a:t>
            </a:r>
            <a:endParaRPr lang="fa-IR" altLang="fa-IR" sz="1800" dirty="0">
              <a:solidFill>
                <a:prstClr val="black"/>
              </a:solidFill>
              <a:cs typeface="B Zar" pitchFamily="2" charset="-78"/>
            </a:endParaRPr>
          </a:p>
          <a:p>
            <a:pPr algn="r" rtl="1" eaLnBrk="1" hangingPunct="1">
              <a:spcBef>
                <a:spcPct val="0"/>
              </a:spcBef>
              <a:buFontTx/>
              <a:buNone/>
              <a:defRPr/>
            </a:pPr>
            <a:endParaRPr lang="fa-IR" altLang="fa-IR" sz="1100" dirty="0" smtClean="0">
              <a:solidFill>
                <a:srgbClr val="0070C0"/>
              </a:solidFill>
              <a:cs typeface="B Zar" pitchFamily="2" charset="-78"/>
            </a:endParaRPr>
          </a:p>
          <a:p>
            <a:pPr algn="r" rtl="1" eaLnBrk="1" hangingPunct="1">
              <a:spcBef>
                <a:spcPct val="0"/>
              </a:spcBef>
              <a:buFont typeface="Arial" pitchFamily="34" charset="0"/>
              <a:buNone/>
              <a:defRPr/>
            </a:pPr>
            <a:r>
              <a:rPr lang="fa-IR" altLang="fa-IR" sz="1800" b="1" dirty="0" smtClean="0">
                <a:solidFill>
                  <a:srgbClr val="0070C0"/>
                </a:solidFill>
                <a:cs typeface="B Zar" pitchFamily="2" charset="-78"/>
              </a:rPr>
              <a:t>رئیس </a:t>
            </a:r>
            <a:r>
              <a:rPr lang="fa-IR" altLang="fa-IR" sz="1800" b="1" dirty="0">
                <a:solidFill>
                  <a:srgbClr val="0070C0"/>
                </a:solidFill>
                <a:cs typeface="B Zar" pitchFamily="2" charset="-78"/>
              </a:rPr>
              <a:t>سازمان جهاد کشاورزی استان </a:t>
            </a:r>
            <a:r>
              <a:rPr lang="fa-IR" altLang="fa-IR" sz="1800" b="1" dirty="0" smtClean="0">
                <a:solidFill>
                  <a:srgbClr val="0070C0"/>
                </a:solidFill>
                <a:cs typeface="B Zar" pitchFamily="2" charset="-78"/>
              </a:rPr>
              <a:t>:</a:t>
            </a:r>
          </a:p>
          <a:p>
            <a:pPr algn="r" rtl="1" eaLnBrk="1" hangingPunct="1">
              <a:spcBef>
                <a:spcPct val="0"/>
              </a:spcBef>
              <a:buFont typeface="Arial" pitchFamily="34" charset="0"/>
              <a:buNone/>
              <a:defRPr/>
            </a:pPr>
            <a:endParaRPr lang="en-US" altLang="fa-IR" sz="1050" b="1" dirty="0">
              <a:solidFill>
                <a:srgbClr val="0070C0"/>
              </a:solidFill>
              <a:cs typeface="B Zar" pitchFamily="2" charset="-78"/>
            </a:endParaRPr>
          </a:p>
          <a:p>
            <a:pPr algn="r" rtl="1" eaLnBrk="1" hangingPunct="1">
              <a:spcBef>
                <a:spcPct val="0"/>
              </a:spcBef>
              <a:buFontTx/>
              <a:buNone/>
              <a:defRPr/>
            </a:pPr>
            <a:r>
              <a:rPr lang="fa-IR" altLang="fa-IR" sz="1800" dirty="0">
                <a:solidFill>
                  <a:prstClr val="black"/>
                </a:solidFill>
                <a:cs typeface="B Zar" pitchFamily="2" charset="-78"/>
              </a:rPr>
              <a:t>در </a:t>
            </a:r>
            <a:r>
              <a:rPr lang="fa-IR" altLang="fa-IR" sz="1800" dirty="0" smtClean="0">
                <a:solidFill>
                  <a:prstClr val="black"/>
                </a:solidFill>
                <a:cs typeface="B Zar" pitchFamily="2" charset="-78"/>
              </a:rPr>
              <a:t>روز </a:t>
            </a:r>
            <a:r>
              <a:rPr lang="fa-IR" altLang="fa-IR" sz="1800" b="1" dirty="0" smtClean="0">
                <a:solidFill>
                  <a:prstClr val="black"/>
                </a:solidFill>
                <a:cs typeface="B Zar" pitchFamily="2" charset="-78"/>
              </a:rPr>
              <a:t>20 آبان </a:t>
            </a:r>
            <a:r>
              <a:rPr lang="fa-IR" altLang="fa-IR" sz="1800" dirty="0" smtClean="0">
                <a:solidFill>
                  <a:prstClr val="black"/>
                </a:solidFill>
                <a:cs typeface="B Zar" pitchFamily="2" charset="-78"/>
              </a:rPr>
              <a:t>با </a:t>
            </a:r>
            <a:r>
              <a:rPr lang="fa-IR" altLang="fa-IR" sz="1800" dirty="0">
                <a:solidFill>
                  <a:prstClr val="black"/>
                </a:solidFill>
                <a:cs typeface="B Zar" pitchFamily="2" charset="-78"/>
              </a:rPr>
              <a:t>تایید اطلاعات ثبت شده  </a:t>
            </a:r>
            <a:r>
              <a:rPr lang="fa-IR" altLang="fa-IR" sz="1800" dirty="0" smtClean="0">
                <a:solidFill>
                  <a:prstClr val="black"/>
                </a:solidFill>
                <a:cs typeface="B Zar" pitchFamily="2" charset="-78"/>
              </a:rPr>
              <a:t>بتوسط رئیس </a:t>
            </a:r>
            <a:r>
              <a:rPr lang="fa-IR" altLang="fa-IR" sz="1800" dirty="0">
                <a:solidFill>
                  <a:prstClr val="black"/>
                </a:solidFill>
                <a:cs typeface="B Zar" pitchFamily="2" charset="-78"/>
              </a:rPr>
              <a:t>سازمان عملاً  عملیات آمارگیری و ثبت اطلاعات خاتمه خواهد یافت . </a:t>
            </a:r>
            <a:endParaRPr lang="en-US" altLang="fa-IR" sz="1800" dirty="0">
              <a:solidFill>
                <a:prstClr val="black"/>
              </a:solidFill>
              <a:cs typeface="B Zar" pitchFamily="2" charset="-78"/>
            </a:endParaRPr>
          </a:p>
          <a:p>
            <a:pPr algn="r" eaLnBrk="1" hangingPunct="1">
              <a:spcBef>
                <a:spcPct val="0"/>
              </a:spcBef>
              <a:buFontTx/>
              <a:buNone/>
              <a:defRPr/>
            </a:pPr>
            <a:endParaRPr lang="en-US" altLang="fa-IR" sz="1800" dirty="0">
              <a:solidFill>
                <a:prstClr val="black"/>
              </a:solidFill>
              <a:cs typeface="B 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24551132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323850" y="762000"/>
            <a:ext cx="8424863" cy="5043488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lnSpc>
                <a:spcPct val="150000"/>
              </a:lnSpc>
              <a:defRPr/>
            </a:pPr>
            <a:r>
              <a:rPr lang="fa-IR" altLang="fa-IR" sz="2800" b="1" dirty="0">
                <a:solidFill>
                  <a:schemeClr val="accent2">
                    <a:lumMod val="75000"/>
                  </a:schemeClr>
                </a:solidFill>
                <a:cs typeface="B Titr" panose="00000700000000000000" pitchFamily="2" charset="-78"/>
              </a:rPr>
              <a:t>نحوه  تکمیل فرم ها و گزارشات سرشماری  و ثبت اطلاعات در سامانه</a:t>
            </a:r>
          </a:p>
        </p:txBody>
      </p:sp>
    </p:spTree>
    <p:extLst>
      <p:ext uri="{BB962C8B-B14F-4D97-AF65-F5344CB8AC3E}">
        <p14:creationId xmlns:p14="http://schemas.microsoft.com/office/powerpoint/2010/main" val="336174300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111760"/>
            <a:ext cx="7757768" cy="928694"/>
          </a:xfrm>
          <a:extLst/>
        </p:spPr>
        <p:txBody>
          <a:bodyPr rtlCol="0">
            <a:normAutofit/>
          </a:bodyPr>
          <a:lstStyle/>
          <a:p>
            <a:pPr rtl="1" eaLnBrk="1" fontAlgn="auto" hangingPunct="1">
              <a:spcAft>
                <a:spcPts val="0"/>
              </a:spcAft>
              <a:defRPr/>
            </a:pPr>
            <a:r>
              <a:rPr lang="fa-IR" sz="36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cs typeface="B Homa" pitchFamily="2" charset="-78"/>
              </a:rPr>
              <a:t>تعاریف اولیه مر بوط به تکمیل فرمها </a:t>
            </a:r>
            <a:endParaRPr lang="en-US" sz="36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cs typeface="B Homa" pitchFamily="2" charset="-78"/>
            </a:endParaRPr>
          </a:p>
        </p:txBody>
      </p:sp>
      <p:sp>
        <p:nvSpPr>
          <p:cNvPr id="9219" name="TextBox 3"/>
          <p:cNvSpPr txBox="1">
            <a:spLocks noChangeArrowheads="1"/>
          </p:cNvSpPr>
          <p:nvPr/>
        </p:nvSpPr>
        <p:spPr bwMode="auto">
          <a:xfrm>
            <a:off x="571500" y="1052513"/>
            <a:ext cx="8286750" cy="563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2000" b="1" smtClean="0">
                <a:solidFill>
                  <a:srgbClr val="C00000"/>
                </a:solidFill>
                <a:cs typeface="B Zar" pitchFamily="2" charset="-78"/>
              </a:rPr>
              <a:t>شماره مجوز  :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2000" smtClean="0">
                <a:solidFill>
                  <a:prstClr val="black"/>
                </a:solidFill>
                <a:cs typeface="B Zar" pitchFamily="2" charset="-78"/>
              </a:rPr>
              <a:t>منظور شماره  ده رقمی درج شده  در شناسنامه زنبورداری الکترونیکی می باشد . 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2000" smtClean="0">
                <a:solidFill>
                  <a:prstClr val="black"/>
                </a:solidFill>
                <a:cs typeface="B Zar" pitchFamily="2" charset="-78"/>
              </a:rPr>
              <a:t>برای زنبورداران فاقد شناسنامه زنبورداری الکترونیکی  ، شماره مجوز را صفر وارد کنید .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 typeface="Arial" charset="0"/>
              <a:buNone/>
            </a:pPr>
            <a:r>
              <a:rPr lang="fa-IR" altLang="fa-IR" sz="2000" b="1" smtClean="0">
                <a:solidFill>
                  <a:srgbClr val="C00000"/>
                </a:solidFill>
                <a:cs typeface="B Zar" pitchFamily="2" charset="-78"/>
              </a:rPr>
              <a:t>زنبوردار حقوقی :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2000" smtClean="0">
                <a:solidFill>
                  <a:prstClr val="black"/>
                </a:solidFill>
                <a:cs typeface="B Zar" pitchFamily="2" charset="-78"/>
              </a:rPr>
              <a:t>برای  شرکت های تولیدی پرورش زنبورعسل  اطلاعات واحد مربوطه ( علاوه بر اطلاعات مدیرعامل ) به عنوان زنبوردار حقوقی ثبت می شود. 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 typeface="Arial" charset="0"/>
              <a:buNone/>
            </a:pPr>
            <a:r>
              <a:rPr lang="fa-IR" altLang="fa-IR" sz="2000" b="1" smtClean="0">
                <a:solidFill>
                  <a:srgbClr val="C00000"/>
                </a:solidFill>
                <a:cs typeface="B Zar" pitchFamily="2" charset="-78"/>
              </a:rPr>
              <a:t>عضو تعاونی :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2000" smtClean="0">
                <a:solidFill>
                  <a:prstClr val="black"/>
                </a:solidFill>
                <a:cs typeface="B Zar" pitchFamily="2" charset="-78"/>
              </a:rPr>
              <a:t> آیا بهره بردار ( مالک زنبورستان) عضو تعاونی زنبورداری هست یا خیر . بلی / خیر 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 typeface="Arial" charset="0"/>
              <a:buNone/>
            </a:pPr>
            <a:r>
              <a:rPr lang="fa-IR" altLang="fa-IR" sz="2000" b="1" smtClean="0">
                <a:solidFill>
                  <a:srgbClr val="C00000"/>
                </a:solidFill>
                <a:cs typeface="B Zar" pitchFamily="2" charset="-78"/>
              </a:rPr>
              <a:t>زنبورداری شغل اصلی :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2000" b="1" smtClean="0">
                <a:solidFill>
                  <a:srgbClr val="FF0000"/>
                </a:solidFill>
                <a:cs typeface="B Zar" pitchFamily="2" charset="-78"/>
              </a:rPr>
              <a:t> </a:t>
            </a:r>
            <a:r>
              <a:rPr lang="fa-IR" altLang="fa-IR" sz="2000" smtClean="0">
                <a:solidFill>
                  <a:prstClr val="black"/>
                </a:solidFill>
                <a:cs typeface="B Zar" pitchFamily="2" charset="-78"/>
              </a:rPr>
              <a:t>معیشت زنبوردار از طریق فعالیت زنبورداری تامین می شود . 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 typeface="Arial" charset="0"/>
              <a:buNone/>
            </a:pPr>
            <a:r>
              <a:rPr lang="fa-IR" altLang="fa-IR" sz="2000" b="1" smtClean="0">
                <a:solidFill>
                  <a:srgbClr val="C00000"/>
                </a:solidFill>
                <a:cs typeface="B Zar" pitchFamily="2" charset="-78"/>
              </a:rPr>
              <a:t>زنبورداری شغل فرعی  :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2000" smtClean="0">
                <a:solidFill>
                  <a:prstClr val="black"/>
                </a:solidFill>
                <a:cs typeface="B Zar" pitchFamily="2" charset="-78"/>
              </a:rPr>
              <a:t> فعالیت زنبورداری شغل دوم  زنبوردار محسوب می شود . 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 typeface="Arial" charset="0"/>
              <a:buNone/>
            </a:pPr>
            <a:r>
              <a:rPr lang="fa-IR" altLang="fa-IR" sz="2000" b="1" smtClean="0">
                <a:solidFill>
                  <a:srgbClr val="C00000"/>
                </a:solidFill>
                <a:cs typeface="B Zar" pitchFamily="2" charset="-78"/>
              </a:rPr>
              <a:t>نوع بیمه زنبوردار :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2000" smtClean="0">
                <a:solidFill>
                  <a:prstClr val="black"/>
                </a:solidFill>
                <a:cs typeface="B Zar" pitchFamily="2" charset="-78"/>
              </a:rPr>
              <a:t>منظور بیمه فرد زنبوردار ( مالک زنبورستان ) است مانند بیمه تأمین اجتماعی یا بیمه روستایی، عشایری کشاورزی یا بیمه .....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 typeface="Arial" charset="0"/>
              <a:buNone/>
            </a:pPr>
            <a:r>
              <a:rPr lang="fa-IR" altLang="fa-IR" sz="2000" b="1" smtClean="0">
                <a:solidFill>
                  <a:srgbClr val="C00000"/>
                </a:solidFill>
                <a:cs typeface="B Zar" pitchFamily="2" charset="-78"/>
              </a:rPr>
              <a:t>وضعیت بیمه کندوها : </a:t>
            </a:r>
          </a:p>
          <a:p>
            <a:pPr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2000" smtClean="0">
                <a:solidFill>
                  <a:prstClr val="black"/>
                </a:solidFill>
                <a:cs typeface="B Zar" pitchFamily="2" charset="-78"/>
              </a:rPr>
              <a:t>آیا کلنی ها ی  زنبورعسل زنبورستان تحت پوشش  بیمه صندوق بیمه کشاورزی ( یکساله ) قرار دارند یا خیر</a:t>
            </a:r>
            <a:endParaRPr lang="fa-IR" altLang="fa-IR" sz="2000" b="1" smtClean="0">
              <a:solidFill>
                <a:srgbClr val="FF0000"/>
              </a:solidFill>
              <a:cs typeface="B Zar" pitchFamily="2" charset="-78"/>
            </a:endParaRP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fa-IR" altLang="fa-IR" sz="2000" smtClean="0">
              <a:solidFill>
                <a:prstClr val="black"/>
              </a:solidFill>
              <a:cs typeface="B 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3066523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111760"/>
            <a:ext cx="7757768" cy="928694"/>
          </a:xfrm>
          <a:extLst/>
        </p:spPr>
        <p:txBody>
          <a:bodyPr rtlCol="0">
            <a:normAutofit/>
          </a:bodyPr>
          <a:lstStyle/>
          <a:p>
            <a:pPr rtl="1" eaLnBrk="1" fontAlgn="auto" hangingPunct="1">
              <a:spcAft>
                <a:spcPts val="0"/>
              </a:spcAft>
              <a:defRPr/>
            </a:pPr>
            <a:r>
              <a:rPr lang="fa-IR" sz="36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cs typeface="B Homa" pitchFamily="2" charset="-78"/>
              </a:rPr>
              <a:t>تعاریف اولیه مر بوط به تکمیل فرمها </a:t>
            </a:r>
            <a:endParaRPr lang="en-US" sz="36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cs typeface="B Homa" pitchFamily="2" charset="-78"/>
            </a:endParaRPr>
          </a:p>
        </p:txBody>
      </p:sp>
      <p:sp>
        <p:nvSpPr>
          <p:cNvPr id="10243" name="TextBox 3"/>
          <p:cNvSpPr txBox="1">
            <a:spLocks noChangeArrowheads="1"/>
          </p:cNvSpPr>
          <p:nvPr/>
        </p:nvSpPr>
        <p:spPr bwMode="auto">
          <a:xfrm>
            <a:off x="395288" y="1052513"/>
            <a:ext cx="8462962" cy="5494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justLow" rtl="1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None/>
            </a:pPr>
            <a:r>
              <a:rPr lang="fa-IR" altLang="fa-IR" sz="2400" b="1" smtClean="0">
                <a:solidFill>
                  <a:srgbClr val="C00000"/>
                </a:solidFill>
                <a:cs typeface="B Zar" pitchFamily="2" charset="-78"/>
              </a:rPr>
              <a:t>میزان تلفات کلنی های زنبورعسل : </a:t>
            </a:r>
          </a:p>
          <a:p>
            <a:pPr algn="justLow" rtl="1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2400" smtClean="0">
                <a:solidFill>
                  <a:prstClr val="black"/>
                </a:solidFill>
                <a:cs typeface="B Zar" pitchFamily="2" charset="-78"/>
              </a:rPr>
              <a:t>منظور میزان تلفات در زنبورستان طی یکسال گذشته (از مهرماه سال قبل تا پایان شهریور ماه سالجاری ) است که ناشی از </a:t>
            </a:r>
            <a:r>
              <a:rPr lang="fa-IR" altLang="fa-IR" sz="2400" b="1" smtClean="0">
                <a:solidFill>
                  <a:srgbClr val="C00000"/>
                </a:solidFill>
                <a:cs typeface="B Zar" pitchFamily="2" charset="-78"/>
              </a:rPr>
              <a:t>حوادث</a:t>
            </a:r>
            <a:r>
              <a:rPr lang="fa-IR" altLang="fa-IR" sz="2400" smtClean="0">
                <a:solidFill>
                  <a:prstClr val="black"/>
                </a:solidFill>
                <a:cs typeface="B Zar" pitchFamily="2" charset="-78"/>
              </a:rPr>
              <a:t> مختلف طبیعی و قهری  شامل </a:t>
            </a:r>
            <a:r>
              <a:rPr lang="fa-IR" altLang="fa-IR" sz="1800" smtClean="0">
                <a:solidFill>
                  <a:prstClr val="black"/>
                </a:solidFill>
                <a:cs typeface="B Titr" pitchFamily="2" charset="-78"/>
              </a:rPr>
              <a:t>سمپاشی ، سیل ، خشکسالی ،  حمله وحوش  مانند خرس  و یا سایر حوادث  مانند زلزله  ، آتش سوزی ،  طوفان  ، صاعقه ، حوادث حین کوچ و حمل و نقل کلنی ها  ، سرمای ناگهانی بهاره و غیره </a:t>
            </a:r>
            <a:r>
              <a:rPr lang="fa-IR" altLang="fa-IR" sz="2400" smtClean="0">
                <a:solidFill>
                  <a:prstClr val="black"/>
                </a:solidFill>
                <a:cs typeface="B Zar" pitchFamily="2" charset="-78"/>
              </a:rPr>
              <a:t>و یا ناشی از </a:t>
            </a:r>
            <a:r>
              <a:rPr lang="fa-IR" altLang="fa-IR" sz="2400" b="1" smtClean="0">
                <a:solidFill>
                  <a:srgbClr val="C00000"/>
                </a:solidFill>
                <a:cs typeface="B Zar" pitchFamily="2" charset="-78"/>
              </a:rPr>
              <a:t>بیماری ها</a:t>
            </a:r>
            <a:r>
              <a:rPr lang="fa-IR" altLang="fa-IR" sz="2400" smtClean="0">
                <a:solidFill>
                  <a:prstClr val="black"/>
                </a:solidFill>
                <a:cs typeface="B Zar" pitchFamily="2" charset="-78"/>
              </a:rPr>
              <a:t> شامل </a:t>
            </a:r>
            <a:r>
              <a:rPr lang="fa-IR" altLang="fa-IR" sz="1800" smtClean="0">
                <a:solidFill>
                  <a:prstClr val="black"/>
                </a:solidFill>
                <a:cs typeface="B Titr" pitchFamily="2" charset="-78"/>
              </a:rPr>
              <a:t>کنه واروآ ، نوزما ،</a:t>
            </a:r>
            <a:r>
              <a:rPr lang="fa-IR" altLang="fa-IR" sz="1800" smtClean="0">
                <a:solidFill>
                  <a:srgbClr val="FF0000"/>
                </a:solidFill>
                <a:cs typeface="B Titr" pitchFamily="2" charset="-78"/>
              </a:rPr>
              <a:t>لارومیری</a:t>
            </a:r>
            <a:r>
              <a:rPr lang="fa-IR" altLang="fa-IR" sz="1800" smtClean="0">
                <a:solidFill>
                  <a:prstClr val="black"/>
                </a:solidFill>
                <a:cs typeface="B Titr" pitchFamily="2" charset="-78"/>
              </a:rPr>
              <a:t> </a:t>
            </a:r>
            <a:r>
              <a:rPr lang="en-US" altLang="fa-IR" sz="2400" b="1" smtClean="0">
                <a:solidFill>
                  <a:prstClr val="black"/>
                </a:solidFill>
                <a:cs typeface="B Titr" pitchFamily="2" charset="-78"/>
              </a:rPr>
              <a:t>CCD</a:t>
            </a:r>
            <a:r>
              <a:rPr lang="en-US" altLang="fa-IR" sz="1800" smtClean="0">
                <a:solidFill>
                  <a:prstClr val="black"/>
                </a:solidFill>
                <a:cs typeface="B Titr" pitchFamily="2" charset="-78"/>
              </a:rPr>
              <a:t> </a:t>
            </a:r>
            <a:r>
              <a:rPr lang="fa-IR" altLang="fa-IR" sz="1800" smtClean="0">
                <a:solidFill>
                  <a:prstClr val="black"/>
                </a:solidFill>
                <a:cs typeface="B Titr" pitchFamily="2" charset="-78"/>
              </a:rPr>
              <a:t> یا سایر بیماری ها مانند لوک اروپایی ، بیماری ویروسی فلجی مزمن ، کنه آکاراپیس ، کنه کلارا و غیره </a:t>
            </a:r>
            <a:r>
              <a:rPr lang="fa-IR" altLang="fa-IR" sz="2400" smtClean="0">
                <a:solidFill>
                  <a:prstClr val="black"/>
                </a:solidFill>
                <a:cs typeface="B Zar" pitchFamily="2" charset="-78"/>
              </a:rPr>
              <a:t> می تواند باشد .  در این قسمت تعداد کلنی های زنبورعسل تلف شده  در محل مربوط به عامل تلفات درج می گردد . چنانچه عامل تلفات در فرم آماربرداری قید نشده باشد </a:t>
            </a:r>
          </a:p>
          <a:p>
            <a:pPr algn="justLow" rtl="1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2400" smtClean="0">
                <a:solidFill>
                  <a:prstClr val="black"/>
                </a:solidFill>
                <a:cs typeface="B Zar" pitchFamily="2" charset="-78"/>
              </a:rPr>
              <a:t>( به دلیل محدودیت فرم ) میزان تلفات در بخش </a:t>
            </a:r>
            <a:r>
              <a:rPr lang="fa-IR" altLang="fa-IR" sz="2400" b="1" smtClean="0">
                <a:solidFill>
                  <a:prstClr val="black"/>
                </a:solidFill>
                <a:cs typeface="B Zar" pitchFamily="2" charset="-78"/>
              </a:rPr>
              <a:t>« سایر» </a:t>
            </a:r>
            <a:r>
              <a:rPr lang="fa-IR" altLang="fa-IR" sz="2400" smtClean="0">
                <a:solidFill>
                  <a:prstClr val="black"/>
                </a:solidFill>
                <a:cs typeface="B Zar" pitchFamily="2" charset="-78"/>
              </a:rPr>
              <a:t>ثبت گردد </a:t>
            </a:r>
            <a:r>
              <a:rPr lang="fa-IR" altLang="fa-IR" sz="2000" smtClean="0">
                <a:solidFill>
                  <a:prstClr val="black"/>
                </a:solidFill>
                <a:cs typeface="B Zar" pitchFamily="2" charset="-7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371615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3768" y="0"/>
            <a:ext cx="6374482" cy="928694"/>
          </a:xfrm>
          <a:extLst/>
        </p:spPr>
        <p:txBody>
          <a:bodyPr rtlCol="0">
            <a:normAutofit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fa-IR" sz="36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cs typeface="B Homa" pitchFamily="2" charset="-78"/>
              </a:rPr>
              <a:t>تعاریف اولیه مر بوط به تکمیل فرمها </a:t>
            </a:r>
            <a:endParaRPr lang="en-US" sz="36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cs typeface="B Homa" pitchFamily="2" charset="-78"/>
            </a:endParaRPr>
          </a:p>
        </p:txBody>
      </p:sp>
      <p:sp>
        <p:nvSpPr>
          <p:cNvPr id="11267" name="TextBox 3"/>
          <p:cNvSpPr txBox="1">
            <a:spLocks noChangeArrowheads="1"/>
          </p:cNvSpPr>
          <p:nvPr/>
        </p:nvSpPr>
        <p:spPr bwMode="auto">
          <a:xfrm>
            <a:off x="571500" y="1052513"/>
            <a:ext cx="8286750" cy="518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2000" b="1" smtClean="0">
                <a:solidFill>
                  <a:srgbClr val="C00000"/>
                </a:solidFill>
                <a:cs typeface="B Zar" pitchFamily="2" charset="-78"/>
              </a:rPr>
              <a:t>تعداد افراد شاغل در زنبورستان </a:t>
            </a:r>
            <a:r>
              <a:rPr lang="fa-IR" altLang="fa-IR" sz="2000" smtClean="0">
                <a:solidFill>
                  <a:prstClr val="black"/>
                </a:solidFill>
                <a:cs typeface="B Zar" pitchFamily="2" charset="-78"/>
              </a:rPr>
              <a:t>( به غیر از خود بهره بردار ) : 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2000" smtClean="0">
                <a:solidFill>
                  <a:prstClr val="black"/>
                </a:solidFill>
                <a:cs typeface="B Zar" pitchFamily="2" charset="-78"/>
              </a:rPr>
              <a:t>تعداد افرادی که در زنبورستان بصورت دائم کار می کنند به غیر از مالک زنبورستان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fa-IR" altLang="fa-IR" sz="2000" smtClean="0">
              <a:solidFill>
                <a:prstClr val="black"/>
              </a:solidFill>
              <a:cs typeface="B Zar" pitchFamily="2" charset="-78"/>
            </a:endParaRP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2000" b="1" smtClean="0">
                <a:solidFill>
                  <a:srgbClr val="C00000"/>
                </a:solidFill>
                <a:cs typeface="B Zar" pitchFamily="2" charset="-78"/>
              </a:rPr>
              <a:t>نوع زنبورستان : 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fa-IR" altLang="fa-IR" sz="1100" b="1" smtClean="0">
              <a:solidFill>
                <a:srgbClr val="FF0000"/>
              </a:solidFill>
              <a:cs typeface="B Zar" pitchFamily="2" charset="-78"/>
            </a:endParaRP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2000" b="1" smtClean="0">
                <a:solidFill>
                  <a:srgbClr val="C00000"/>
                </a:solidFill>
                <a:cs typeface="B Zar" pitchFamily="2" charset="-78"/>
              </a:rPr>
              <a:t>مهاجر</a:t>
            </a:r>
            <a:r>
              <a:rPr lang="fa-IR" altLang="fa-IR" sz="2000" smtClean="0">
                <a:solidFill>
                  <a:prstClr val="black"/>
                </a:solidFill>
                <a:cs typeface="B Zar" pitchFamily="2" charset="-78"/>
              </a:rPr>
              <a:t> : زنبورستان های که از سایر شهرستان ها یا استان ها به موقعیت فعلی کوچ کردند .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2000" b="1" smtClean="0">
                <a:solidFill>
                  <a:srgbClr val="C00000"/>
                </a:solidFill>
                <a:cs typeface="B Zar" pitchFamily="2" charset="-78"/>
              </a:rPr>
              <a:t>غیر مهاجر </a:t>
            </a:r>
            <a:r>
              <a:rPr lang="fa-IR" altLang="fa-IR" sz="2000" smtClean="0">
                <a:solidFill>
                  <a:prstClr val="black"/>
                </a:solidFill>
                <a:cs typeface="B Zar" pitchFamily="2" charset="-78"/>
              </a:rPr>
              <a:t>: زنبورستان های بومی منطقه 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fa-IR" altLang="fa-IR" sz="2000" smtClean="0">
              <a:solidFill>
                <a:prstClr val="black"/>
              </a:solidFill>
              <a:cs typeface="B Zar" pitchFamily="2" charset="-78"/>
            </a:endParaRPr>
          </a:p>
          <a:p>
            <a:pPr algn="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fa-IR" sz="2000" b="1" smtClean="0">
                <a:solidFill>
                  <a:srgbClr val="C00000"/>
                </a:solidFill>
                <a:cs typeface="B Zar" pitchFamily="2" charset="-78"/>
              </a:rPr>
              <a:t> </a:t>
            </a:r>
            <a:r>
              <a:rPr lang="fa-IR" altLang="fa-IR" sz="2000" b="1" smtClean="0">
                <a:solidFill>
                  <a:srgbClr val="C00000"/>
                </a:solidFill>
                <a:cs typeface="B Zar" pitchFamily="2" charset="-78"/>
              </a:rPr>
              <a:t>وضعیت کوچ :</a:t>
            </a:r>
            <a:r>
              <a:rPr lang="fa-IR" altLang="fa-IR" sz="2000" b="1" smtClean="0">
                <a:solidFill>
                  <a:srgbClr val="FF0000"/>
                </a:solidFill>
                <a:cs typeface="B Zar" pitchFamily="2" charset="-78"/>
              </a:rPr>
              <a:t> </a:t>
            </a:r>
          </a:p>
          <a:p>
            <a:pPr algn="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2000" smtClean="0">
                <a:solidFill>
                  <a:prstClr val="black"/>
                </a:solidFill>
                <a:cs typeface="B Zar" pitchFamily="2" charset="-78"/>
              </a:rPr>
              <a:t>وضعیت کوچ فقط برای زنبورستان های مهاجر نمایش داده میشود و هدف از آن کسب اطلاعات استان و شهرستان مبدا زنبورستان و شماره مجوز کوچ می باشد .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 typeface="Arial" charset="0"/>
              <a:buNone/>
            </a:pPr>
            <a:r>
              <a:rPr lang="fa-IR" altLang="fa-IR" sz="2000" b="1" smtClean="0">
                <a:solidFill>
                  <a:srgbClr val="C00000"/>
                </a:solidFill>
                <a:cs typeface="B Zar" pitchFamily="2" charset="-78"/>
              </a:rPr>
              <a:t>نکته مهم : </a:t>
            </a:r>
          </a:p>
          <a:p>
            <a:pPr algn="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2000" smtClean="0">
                <a:solidFill>
                  <a:prstClr val="black"/>
                </a:solidFill>
                <a:cs typeface="B Zar" pitchFamily="2" charset="-78"/>
              </a:rPr>
              <a:t>1- در صورتیکه زنبورستان ، مهاجر داخل استان باشد نام استان مبدا را همان استان خود انتخاب کنید .</a:t>
            </a:r>
          </a:p>
          <a:p>
            <a:pPr algn="r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fa-IR" sz="2000" smtClean="0">
                <a:solidFill>
                  <a:prstClr val="black"/>
                </a:solidFill>
                <a:cs typeface="B Zar" pitchFamily="2" charset="-78"/>
              </a:rPr>
              <a:t>.</a:t>
            </a:r>
            <a:r>
              <a:rPr lang="fa-IR" altLang="fa-IR" sz="2000" smtClean="0">
                <a:solidFill>
                  <a:prstClr val="black"/>
                </a:solidFill>
                <a:cs typeface="B Zar" pitchFamily="2" charset="-78"/>
              </a:rPr>
              <a:t>2- برای زنبورستان های فاقد مجوز کوچ ، شماره مجوز را صفر وارد کنید 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 typeface="Arial" charset="0"/>
              <a:buNone/>
            </a:pPr>
            <a:r>
              <a:rPr lang="fa-IR" altLang="fa-IR" sz="2000" b="1" smtClean="0">
                <a:solidFill>
                  <a:srgbClr val="C00000"/>
                </a:solidFill>
                <a:cs typeface="B Zar" pitchFamily="2" charset="-78"/>
              </a:rPr>
              <a:t>مصرف سالانه شکر</a:t>
            </a:r>
            <a:r>
              <a:rPr lang="en-US" altLang="fa-IR" sz="2000" b="1" smtClean="0">
                <a:solidFill>
                  <a:srgbClr val="C00000"/>
                </a:solidFill>
                <a:cs typeface="B Zar" pitchFamily="2" charset="-78"/>
              </a:rPr>
              <a:t>: </a:t>
            </a:r>
            <a:endParaRPr lang="fa-IR" altLang="fa-IR" sz="2000" b="1" smtClean="0">
              <a:solidFill>
                <a:srgbClr val="C00000"/>
              </a:solidFill>
              <a:cs typeface="B Zar" pitchFamily="2" charset="-78"/>
            </a:endParaRP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2000" smtClean="0">
                <a:solidFill>
                  <a:prstClr val="black"/>
                </a:solidFill>
                <a:cs typeface="B Zar" pitchFamily="2" charset="-78"/>
              </a:rPr>
              <a:t>منظور مقدار نهاده شکر مصرف شده در زنبورستان  برحسب </a:t>
            </a:r>
            <a:r>
              <a:rPr lang="fa-IR" altLang="fa-IR" sz="2000" b="1" smtClean="0">
                <a:solidFill>
                  <a:srgbClr val="C00000"/>
                </a:solidFill>
                <a:cs typeface="B Zar" pitchFamily="2" charset="-78"/>
              </a:rPr>
              <a:t>کیلوگرم</a:t>
            </a:r>
            <a:r>
              <a:rPr lang="fa-IR" altLang="fa-IR" sz="2000" smtClean="0">
                <a:solidFill>
                  <a:prstClr val="black"/>
                </a:solidFill>
                <a:cs typeface="B Zar" pitchFamily="2" charset="-78"/>
              </a:rPr>
              <a:t> در یک سال گذشته می باشد . </a:t>
            </a:r>
            <a:endParaRPr lang="en-US" altLang="fa-IR" sz="2000" smtClean="0">
              <a:solidFill>
                <a:prstClr val="black"/>
              </a:solidFill>
              <a:cs typeface="B Zar" pitchFamily="2" charset="-78"/>
            </a:endParaRP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fa-IR" altLang="fa-IR" sz="2000" smtClean="0">
              <a:solidFill>
                <a:prstClr val="black"/>
              </a:solidFill>
              <a:cs typeface="B 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4600835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744" y="188640"/>
            <a:ext cx="6638500" cy="928694"/>
          </a:xfrm>
          <a:extLst/>
        </p:spPr>
        <p:txBody>
          <a:bodyPr rtlCol="0">
            <a:normAutofit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fa-IR" sz="36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cs typeface="B Homa" pitchFamily="2" charset="-78"/>
              </a:rPr>
              <a:t>تعاریف اولیه مر بوط به تکمیل فرمها  </a:t>
            </a:r>
            <a:endParaRPr lang="en-US" sz="36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cs typeface="B Homa" pitchFamily="2" charset="-7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3850" y="1268413"/>
            <a:ext cx="8286750" cy="44005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rtl="1">
              <a:defRPr/>
            </a:pPr>
            <a:endParaRPr lang="fa-IR" sz="2000" b="1" dirty="0">
              <a:solidFill>
                <a:srgbClr val="FF0000"/>
              </a:solidFill>
              <a:cs typeface="B Zar" pitchFamily="2" charset="-78"/>
            </a:endParaRPr>
          </a:p>
          <a:p>
            <a:pPr algn="r" rtl="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a-IR" sz="2000" b="1" dirty="0">
                <a:solidFill>
                  <a:srgbClr val="C00000"/>
                </a:solidFill>
                <a:cs typeface="B Zar" pitchFamily="2" charset="-78"/>
              </a:rPr>
              <a:t>نژاد ملکه زنبورعسل :</a:t>
            </a:r>
          </a:p>
          <a:p>
            <a:pPr algn="r" rtl="1">
              <a:defRPr/>
            </a:pPr>
            <a:r>
              <a:rPr lang="fa-IR" sz="2000" dirty="0">
                <a:solidFill>
                  <a:prstClr val="black"/>
                </a:solidFill>
                <a:cs typeface="B Zar" pitchFamily="2" charset="-78"/>
              </a:rPr>
              <a:t>منظور نژاد ملکه های مورد استفاده در زنبورستان می باشد ( در باکس تعبیه شده  شامل ایرانی،کارنیکا، قفقازی، ایتالیایی، سایر تیک زده شود )  بنا به اظهار خود  زنبوردار .</a:t>
            </a:r>
          </a:p>
          <a:p>
            <a:pPr algn="r" rtl="1">
              <a:defRPr/>
            </a:pPr>
            <a:endParaRPr lang="fa-IR" sz="2000" dirty="0">
              <a:solidFill>
                <a:prstClr val="black"/>
              </a:solidFill>
              <a:cs typeface="B Zar" pitchFamily="2" charset="-78"/>
            </a:endParaRPr>
          </a:p>
          <a:p>
            <a:pPr algn="r" rtl="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a-IR" sz="2000" b="1" dirty="0">
                <a:solidFill>
                  <a:srgbClr val="C00000"/>
                </a:solidFill>
                <a:cs typeface="B Zar" pitchFamily="2" charset="-78"/>
              </a:rPr>
              <a:t>ملکه زنبورعسل تولیدی : </a:t>
            </a:r>
          </a:p>
          <a:p>
            <a:pPr algn="r" rtl="1">
              <a:defRPr/>
            </a:pPr>
            <a:r>
              <a:rPr lang="fa-IR" sz="2000" dirty="0">
                <a:solidFill>
                  <a:prstClr val="black"/>
                </a:solidFill>
                <a:cs typeface="B Zar" pitchFamily="2" charset="-78"/>
              </a:rPr>
              <a:t> منظور تعداد ملکه ای است که در یکسال گذشته در زنبورستان تولید و  به صورت طبیعی یا مصنوعی تلقیح  و سپس وارد چرخه  تولید شده  است  :</a:t>
            </a:r>
          </a:p>
          <a:p>
            <a:pPr algn="r" rtl="1">
              <a:defRPr/>
            </a:pPr>
            <a:r>
              <a:rPr lang="fa-IR" sz="2000" dirty="0">
                <a:solidFill>
                  <a:prstClr val="black"/>
                </a:solidFill>
                <a:cs typeface="B Zar" pitchFamily="2" charset="-78"/>
              </a:rPr>
              <a:t>- تعداد ملکه  خود مصرفی ( مصرف  شده  در خود زنبورستان )</a:t>
            </a:r>
          </a:p>
          <a:p>
            <a:pPr algn="r" rtl="1">
              <a:defRPr/>
            </a:pPr>
            <a:r>
              <a:rPr lang="fa-IR" sz="2000" dirty="0">
                <a:solidFill>
                  <a:prstClr val="black"/>
                </a:solidFill>
                <a:cs typeface="B Zar" pitchFamily="2" charset="-78"/>
              </a:rPr>
              <a:t>- تعداد ملکه عرضه  شده  </a:t>
            </a:r>
          </a:p>
          <a:p>
            <a:pPr algn="r" rtl="1" fontAlgn="base">
              <a:spcBef>
                <a:spcPct val="0"/>
              </a:spcBef>
              <a:spcAft>
                <a:spcPct val="0"/>
              </a:spcAft>
              <a:defRPr/>
            </a:pPr>
            <a:endParaRPr lang="fa-IR" sz="2000" b="1" dirty="0">
              <a:solidFill>
                <a:srgbClr val="FF0000"/>
              </a:solidFill>
              <a:cs typeface="B Zar" pitchFamily="2" charset="-78"/>
            </a:endParaRPr>
          </a:p>
          <a:p>
            <a:pPr algn="r" rtl="1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a-IR" sz="2000" b="1" dirty="0">
                <a:solidFill>
                  <a:srgbClr val="FF0000"/>
                </a:solidFill>
                <a:cs typeface="B Zar" pitchFamily="2" charset="-78"/>
              </a:rPr>
              <a:t> </a:t>
            </a:r>
            <a:r>
              <a:rPr lang="fa-IR" sz="2000" b="1" dirty="0">
                <a:solidFill>
                  <a:srgbClr val="C00000"/>
                </a:solidFill>
                <a:cs typeface="B Zar" pitchFamily="2" charset="-78"/>
              </a:rPr>
              <a:t>ملکه زنبورعسل خریداری شده : </a:t>
            </a:r>
          </a:p>
          <a:p>
            <a:pPr algn="r" rtl="1">
              <a:defRPr/>
            </a:pPr>
            <a:r>
              <a:rPr lang="fa-IR" sz="2000" dirty="0">
                <a:solidFill>
                  <a:prstClr val="black"/>
                </a:solidFill>
                <a:cs typeface="B Zar" pitchFamily="2" charset="-78"/>
              </a:rPr>
              <a:t> نژاد ملکه زنبورعسل خریداری شده  در یکسال گذشته برای استفاده در زنبورستان  ، در باکس های  تعبیه شده  در فرم آمار برداری  کارشناسان پهنه تیک خورده و تعداد  آن نیز در باکس مقابل درج گردد .  </a:t>
            </a:r>
          </a:p>
        </p:txBody>
      </p:sp>
    </p:spTree>
    <p:extLst>
      <p:ext uri="{BB962C8B-B14F-4D97-AF65-F5344CB8AC3E}">
        <p14:creationId xmlns:p14="http://schemas.microsoft.com/office/powerpoint/2010/main" val="65846707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640" y="116632"/>
            <a:ext cx="7456676" cy="928694"/>
          </a:xfrm>
          <a:extLst/>
        </p:spPr>
        <p:txBody>
          <a:bodyPr rtlCol="0">
            <a:normAutofit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fa-IR" sz="36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cs typeface="B Homa" pitchFamily="2" charset="-78"/>
              </a:rPr>
              <a:t>تعاریف اولیه مر بوط به تکمیل فرمها 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cs typeface="B Homa" pitchFamily="2" charset="-78"/>
            </a:endParaRPr>
          </a:p>
        </p:txBody>
      </p:sp>
      <p:sp>
        <p:nvSpPr>
          <p:cNvPr id="13315" name="TextBox 3"/>
          <p:cNvSpPr txBox="1">
            <a:spLocks noChangeArrowheads="1"/>
          </p:cNvSpPr>
          <p:nvPr/>
        </p:nvSpPr>
        <p:spPr bwMode="auto">
          <a:xfrm>
            <a:off x="468313" y="1196975"/>
            <a:ext cx="828675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fa-IR" altLang="fa-IR" sz="2000" b="1">
                <a:solidFill>
                  <a:srgbClr val="FF0000"/>
                </a:solidFill>
                <a:cs typeface="B Zar" pitchFamily="2" charset="-78"/>
              </a:rPr>
              <a:t/>
            </a:r>
            <a:br>
              <a:rPr lang="fa-IR" altLang="fa-IR" sz="2000" b="1">
                <a:solidFill>
                  <a:srgbClr val="FF0000"/>
                </a:solidFill>
                <a:cs typeface="B Zar" pitchFamily="2" charset="-78"/>
              </a:rPr>
            </a:br>
            <a:endParaRPr lang="fa-IR" altLang="fa-IR" sz="2000" b="1">
              <a:solidFill>
                <a:srgbClr val="FF0000"/>
              </a:solidFill>
              <a:cs typeface="B Zar" pitchFamily="2" charset="-78"/>
            </a:endParaRPr>
          </a:p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fa-IR" altLang="fa-IR" sz="2000" b="1">
                <a:solidFill>
                  <a:srgbClr val="C00000"/>
                </a:solidFill>
                <a:cs typeface="B Zar" pitchFamily="2" charset="-78"/>
              </a:rPr>
              <a:t>تعداد کندوی مدرن : </a:t>
            </a:r>
            <a:r>
              <a:rPr lang="fa-IR" altLang="fa-IR" sz="2000">
                <a:cs typeface="B Zar" pitchFamily="2" charset="-78"/>
              </a:rPr>
              <a:t>فقط تعداد کندوهای مدرن که دارای جمعیت زنبورعسل می باشد.</a:t>
            </a:r>
          </a:p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fa-IR" altLang="fa-IR" sz="2000" b="1">
                <a:solidFill>
                  <a:srgbClr val="C00000"/>
                </a:solidFill>
                <a:cs typeface="B Zar" pitchFamily="2" charset="-78"/>
              </a:rPr>
              <a:t>تعداد کندوی سنتی : </a:t>
            </a:r>
            <a:r>
              <a:rPr lang="fa-IR" altLang="fa-IR" sz="2000">
                <a:cs typeface="B Zar" pitchFamily="2" charset="-78"/>
              </a:rPr>
              <a:t>فقط تعداد کندوهای سنتی که دارای جمعیت زنبورعسل می باشد.</a:t>
            </a:r>
          </a:p>
          <a:p>
            <a:pPr algn="r" rtl="1" eaLnBrk="1" hangingPunct="1">
              <a:spcBef>
                <a:spcPct val="0"/>
              </a:spcBef>
              <a:buFontTx/>
              <a:buNone/>
            </a:pPr>
            <a:endParaRPr lang="fa-IR" altLang="fa-IR" sz="2000">
              <a:cs typeface="B Zar" pitchFamily="2" charset="-78"/>
            </a:endParaRPr>
          </a:p>
          <a:p>
            <a:pPr algn="r" rtl="1" eaLnBrk="1" hangingPunct="1">
              <a:spcBef>
                <a:spcPct val="0"/>
              </a:spcBef>
              <a:buFont typeface="Arial" pitchFamily="34" charset="0"/>
              <a:buNone/>
            </a:pPr>
            <a:r>
              <a:rPr lang="fa-IR" altLang="fa-IR" sz="2000" b="1">
                <a:solidFill>
                  <a:srgbClr val="C00000"/>
                </a:solidFill>
                <a:cs typeface="B Zar" pitchFamily="2" charset="-78"/>
              </a:rPr>
              <a:t>میزان تولید عسل درکندوی مدرن : </a:t>
            </a:r>
          </a:p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fa-IR" altLang="fa-IR" sz="2000">
                <a:cs typeface="B Zar" pitchFamily="2" charset="-78"/>
              </a:rPr>
              <a:t>کل میزان عسل  برداشت شده از کندوهای مدرن  در یکسال گذشته ( بر حسب کیلوگرم ) می باشد.</a:t>
            </a:r>
          </a:p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fa-IR" altLang="fa-IR" sz="2000">
                <a:cs typeface="B Zar" pitchFamily="2" charset="-78"/>
              </a:rPr>
              <a:t> </a:t>
            </a:r>
            <a:r>
              <a:rPr lang="fa-IR" altLang="fa-IR" sz="2000" b="1">
                <a:solidFill>
                  <a:srgbClr val="C00000"/>
                </a:solidFill>
                <a:cs typeface="B Zar" pitchFamily="2" charset="-78"/>
              </a:rPr>
              <a:t>توجه : </a:t>
            </a:r>
            <a:r>
              <a:rPr lang="fa-IR" altLang="fa-IR" sz="2000">
                <a:cs typeface="B Zar" pitchFamily="2" charset="-78"/>
              </a:rPr>
              <a:t>سقف تولید عسل  به ازای هرکلنی زنبورعسل در کندوی مدرن   </a:t>
            </a:r>
            <a:r>
              <a:rPr lang="fa-IR" altLang="fa-IR" sz="2000" b="1">
                <a:solidFill>
                  <a:srgbClr val="C00000"/>
                </a:solidFill>
                <a:cs typeface="B Zar" pitchFamily="2" charset="-78"/>
              </a:rPr>
              <a:t>60 کیلوگرم </a:t>
            </a:r>
            <a:r>
              <a:rPr lang="fa-IR" altLang="fa-IR" sz="2000">
                <a:cs typeface="B Zar" pitchFamily="2" charset="-78"/>
              </a:rPr>
              <a:t>است .</a:t>
            </a:r>
          </a:p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fa-IR" altLang="fa-IR" sz="2000">
                <a:cs typeface="B Zar" pitchFamily="2" charset="-78"/>
              </a:rPr>
              <a:t> </a:t>
            </a:r>
            <a:endParaRPr lang="en-US" altLang="fa-IR" sz="2000">
              <a:cs typeface="B Zar" pitchFamily="2" charset="-78"/>
            </a:endParaRPr>
          </a:p>
          <a:p>
            <a:pPr algn="r" rtl="1" eaLnBrk="1" hangingPunct="1">
              <a:spcBef>
                <a:spcPct val="0"/>
              </a:spcBef>
              <a:buFont typeface="Arial" pitchFamily="34" charset="0"/>
              <a:buNone/>
            </a:pPr>
            <a:r>
              <a:rPr lang="fa-IR" altLang="fa-IR" sz="2000" b="1">
                <a:solidFill>
                  <a:srgbClr val="C00000"/>
                </a:solidFill>
                <a:cs typeface="B Zar" pitchFamily="2" charset="-78"/>
              </a:rPr>
              <a:t>میزان تولید عسل در کندوی سنتی : </a:t>
            </a:r>
          </a:p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fa-IR" altLang="fa-IR" sz="2000">
                <a:cs typeface="B Zar" pitchFamily="2" charset="-78"/>
              </a:rPr>
              <a:t>کل میزان عسل  برداشت شده از کندوهای سنتی  در یکسال گذشته ( بر حسب کیلوگرم ) می باشد.</a:t>
            </a:r>
          </a:p>
          <a:p>
            <a:pPr algn="r" rtl="1" eaLnBrk="1" hangingPunct="1">
              <a:spcBef>
                <a:spcPct val="0"/>
              </a:spcBef>
              <a:buFontTx/>
              <a:buNone/>
            </a:pPr>
            <a:r>
              <a:rPr lang="fa-IR" altLang="fa-IR" sz="2000" b="1">
                <a:solidFill>
                  <a:srgbClr val="C00000"/>
                </a:solidFill>
                <a:cs typeface="B Zar" pitchFamily="2" charset="-78"/>
              </a:rPr>
              <a:t>توجه : </a:t>
            </a:r>
            <a:r>
              <a:rPr lang="fa-IR" altLang="fa-IR" sz="2000">
                <a:cs typeface="B Zar" pitchFamily="2" charset="-78"/>
              </a:rPr>
              <a:t>سقف تولید عسل  به ازای هرکلنی زنبورعسل در کندوی سنتی   </a:t>
            </a:r>
            <a:r>
              <a:rPr lang="fa-IR" altLang="fa-IR" sz="2000" b="1">
                <a:solidFill>
                  <a:srgbClr val="C00000"/>
                </a:solidFill>
                <a:cs typeface="B Zar" pitchFamily="2" charset="-78"/>
              </a:rPr>
              <a:t>10کیلوگرم </a:t>
            </a:r>
            <a:r>
              <a:rPr lang="fa-IR" altLang="fa-IR" sz="2000">
                <a:cs typeface="B Zar" pitchFamily="2" charset="-78"/>
              </a:rPr>
              <a:t>است . </a:t>
            </a:r>
            <a:endParaRPr lang="en-US" altLang="fa-IR" sz="2000">
              <a:cs typeface="B Zar" pitchFamily="2" charset="-78"/>
            </a:endParaRPr>
          </a:p>
          <a:p>
            <a:pPr algn="r" rtl="1" eaLnBrk="1" hangingPunct="1">
              <a:spcBef>
                <a:spcPct val="0"/>
              </a:spcBef>
              <a:buFontTx/>
              <a:buNone/>
            </a:pPr>
            <a:endParaRPr lang="en-US" altLang="fa-IR" sz="2000">
              <a:cs typeface="B Zar" pitchFamily="2" charset="-78"/>
            </a:endParaRPr>
          </a:p>
          <a:p>
            <a:pPr algn="r" rtl="1" eaLnBrk="1" hangingPunct="1">
              <a:spcBef>
                <a:spcPct val="0"/>
              </a:spcBef>
              <a:buFontTx/>
              <a:buNone/>
            </a:pPr>
            <a:endParaRPr lang="en-US" altLang="fa-IR" sz="2000">
              <a:cs typeface="B 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4360022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3728" y="188640"/>
            <a:ext cx="6591647" cy="928694"/>
          </a:xfrm>
          <a:extLst/>
        </p:spPr>
        <p:txBody>
          <a:bodyPr rtlCol="0">
            <a:normAutofit/>
          </a:bodyPr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fa-IR" sz="36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noFill/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  <a:cs typeface="B Homa" pitchFamily="2" charset="-78"/>
              </a:rPr>
              <a:t>تعاریف اولیه مر بوط به تکمیل فرمها </a:t>
            </a:r>
            <a:endParaRPr lang="en-US" sz="36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  <a:cs typeface="B Homa" pitchFamily="2" charset="-78"/>
            </a:endParaRPr>
          </a:p>
        </p:txBody>
      </p:sp>
      <p:sp>
        <p:nvSpPr>
          <p:cNvPr id="14339" name="TextBox 3"/>
          <p:cNvSpPr txBox="1">
            <a:spLocks noChangeArrowheads="1"/>
          </p:cNvSpPr>
          <p:nvPr/>
        </p:nvSpPr>
        <p:spPr bwMode="auto">
          <a:xfrm>
            <a:off x="428625" y="981075"/>
            <a:ext cx="8286750" cy="594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 typeface="Arial" charset="0"/>
              <a:buNone/>
            </a:pPr>
            <a:r>
              <a:rPr lang="fa-IR" altLang="fa-IR" sz="2000" b="1" dirty="0" smtClean="0">
                <a:solidFill>
                  <a:srgbClr val="FF0000"/>
                </a:solidFill>
                <a:cs typeface="B Zar" pitchFamily="2" charset="-78"/>
              </a:rPr>
              <a:t/>
            </a:r>
            <a:br>
              <a:rPr lang="fa-IR" altLang="fa-IR" sz="2000" b="1" dirty="0" smtClean="0">
                <a:solidFill>
                  <a:srgbClr val="FF0000"/>
                </a:solidFill>
                <a:cs typeface="B Zar" pitchFamily="2" charset="-78"/>
              </a:rPr>
            </a:br>
            <a:r>
              <a:rPr lang="fa-IR" altLang="fa-IR" sz="2000" b="1" dirty="0" smtClean="0">
                <a:solidFill>
                  <a:srgbClr val="FF0000"/>
                </a:solidFill>
                <a:cs typeface="B Zar" pitchFamily="2" charset="-78"/>
              </a:rPr>
              <a:t>   </a:t>
            </a:r>
            <a:r>
              <a:rPr lang="fa-IR" altLang="fa-IR" sz="2000" b="1" dirty="0" smtClean="0">
                <a:solidFill>
                  <a:srgbClr val="C00000"/>
                </a:solidFill>
                <a:cs typeface="B Zar" pitchFamily="2" charset="-78"/>
              </a:rPr>
              <a:t>میزان تولیدات جانبی :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fa-IR" altLang="fa-IR" sz="2000" b="1" dirty="0" smtClean="0">
              <a:solidFill>
                <a:srgbClr val="FF0000"/>
              </a:solidFill>
              <a:cs typeface="B Zar" pitchFamily="2" charset="-78"/>
            </a:endParaRP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 typeface="Arial" charset="0"/>
              <a:buNone/>
            </a:pPr>
            <a:r>
              <a:rPr lang="fa-IR" altLang="fa-IR" sz="2000" b="1" dirty="0" smtClean="0">
                <a:solidFill>
                  <a:srgbClr val="FF0000"/>
                </a:solidFill>
                <a:cs typeface="B Zar" pitchFamily="2" charset="-78"/>
              </a:rPr>
              <a:t>   </a:t>
            </a:r>
            <a:r>
              <a:rPr lang="fa-IR" altLang="fa-IR" sz="2000" b="1" dirty="0" smtClean="0">
                <a:solidFill>
                  <a:srgbClr val="C00000"/>
                </a:solidFill>
                <a:cs typeface="B Zar" pitchFamily="2" charset="-78"/>
              </a:rPr>
              <a:t>گرده : 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2000" dirty="0" smtClean="0">
                <a:solidFill>
                  <a:prstClr val="black"/>
                </a:solidFill>
                <a:cs typeface="B Zar" pitchFamily="2" charset="-78"/>
              </a:rPr>
              <a:t>    کل میزان تولید گرده بر حسب کیلوگرم  در کندوها در یکسال گذشته می باشد .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 typeface="Arial" charset="0"/>
              <a:buNone/>
            </a:pPr>
            <a:r>
              <a:rPr lang="fa-IR" altLang="fa-IR" sz="2000" dirty="0" smtClean="0">
                <a:solidFill>
                  <a:prstClr val="black"/>
                </a:solidFill>
                <a:cs typeface="B Zar" pitchFamily="2" charset="-78"/>
              </a:rPr>
              <a:t>    </a:t>
            </a:r>
            <a:r>
              <a:rPr lang="fa-IR" altLang="fa-IR" sz="2000" b="1" dirty="0" smtClean="0">
                <a:solidFill>
                  <a:srgbClr val="C00000"/>
                </a:solidFill>
                <a:cs typeface="B Zar" pitchFamily="2" charset="-78"/>
              </a:rPr>
              <a:t>موم :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2000" dirty="0" smtClean="0">
                <a:solidFill>
                  <a:prstClr val="black"/>
                </a:solidFill>
                <a:cs typeface="B Zar" pitchFamily="2" charset="-78"/>
              </a:rPr>
              <a:t>  کل میزان موم بر حسب کیلوگرم در کندوها در یکسال گذشته می باشد .( براساس تعداد قاب اضافه شده *30 گرم برای قاب کوچک و60 گرم  برای قاب بزرگ)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 typeface="Arial" charset="0"/>
              <a:buNone/>
            </a:pPr>
            <a:r>
              <a:rPr lang="fa-IR" altLang="fa-IR" sz="2000" b="1" dirty="0" smtClean="0">
                <a:solidFill>
                  <a:srgbClr val="C00000"/>
                </a:solidFill>
                <a:cs typeface="B Zar" pitchFamily="2" charset="-78"/>
              </a:rPr>
              <a:t>  بره موم : 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2000" dirty="0" smtClean="0">
                <a:solidFill>
                  <a:prstClr val="black"/>
                </a:solidFill>
                <a:cs typeface="B Zar" pitchFamily="2" charset="-78"/>
              </a:rPr>
              <a:t>     کل میزان تولید بره موم بر حسب کیلوگرم در کندوها در یکسال گذشته می باشد.</a:t>
            </a:r>
            <a:endParaRPr lang="en-US" altLang="fa-IR" sz="2000" dirty="0" smtClean="0">
              <a:solidFill>
                <a:prstClr val="black"/>
              </a:solidFill>
              <a:cs typeface="B Zar" pitchFamily="2" charset="-78"/>
            </a:endParaRP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 typeface="Arial" charset="0"/>
              <a:buNone/>
            </a:pPr>
            <a:r>
              <a:rPr lang="fa-IR" altLang="fa-IR" sz="2000" b="1" dirty="0" smtClean="0">
                <a:solidFill>
                  <a:srgbClr val="C00000"/>
                </a:solidFill>
                <a:cs typeface="B Zar" pitchFamily="2" charset="-78"/>
              </a:rPr>
              <a:t>  ژله رویال : 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2000" dirty="0" smtClean="0">
                <a:solidFill>
                  <a:prstClr val="black"/>
                </a:solidFill>
                <a:cs typeface="B Zar" pitchFamily="2" charset="-78"/>
              </a:rPr>
              <a:t>     تعداد کلنی زنبورعسل تولید کننده ژله رویال درج گردد  . 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2000" dirty="0" smtClean="0">
                <a:solidFill>
                  <a:prstClr val="black"/>
                </a:solidFill>
                <a:cs typeface="B Zar" pitchFamily="2" charset="-78"/>
              </a:rPr>
              <a:t>     کل میزان تولید ژل رویال بر حسب </a:t>
            </a:r>
            <a:r>
              <a:rPr lang="fa-IR" altLang="fa-IR" sz="2000" b="1" dirty="0" smtClean="0">
                <a:solidFill>
                  <a:srgbClr val="C00000"/>
                </a:solidFill>
                <a:cs typeface="B Zar" pitchFamily="2" charset="-78"/>
              </a:rPr>
              <a:t>گرم</a:t>
            </a:r>
            <a:r>
              <a:rPr lang="fa-IR" altLang="fa-IR" sz="1600" dirty="0" smtClean="0">
                <a:solidFill>
                  <a:prstClr val="black"/>
                </a:solidFill>
                <a:cs typeface="B Zar" pitchFamily="2" charset="-78"/>
              </a:rPr>
              <a:t> </a:t>
            </a:r>
            <a:r>
              <a:rPr lang="fa-IR" altLang="fa-IR" sz="2000" dirty="0" smtClean="0">
                <a:solidFill>
                  <a:prstClr val="black"/>
                </a:solidFill>
                <a:cs typeface="B Zar" pitchFamily="2" charset="-78"/>
              </a:rPr>
              <a:t>در کندوها در یکسال گذشته می باشد. 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2000" dirty="0" smtClean="0">
                <a:solidFill>
                  <a:prstClr val="black"/>
                </a:solidFill>
                <a:cs typeface="B Zar" pitchFamily="2" charset="-78"/>
              </a:rPr>
              <a:t>   </a:t>
            </a:r>
            <a:r>
              <a:rPr lang="fa-IR" altLang="fa-IR" sz="2000" b="1" dirty="0" smtClean="0">
                <a:solidFill>
                  <a:srgbClr val="C00000"/>
                </a:solidFill>
                <a:cs typeface="B Zar" pitchFamily="2" charset="-78"/>
              </a:rPr>
              <a:t>توجه : </a:t>
            </a:r>
            <a:r>
              <a:rPr lang="fa-IR" altLang="fa-IR" sz="2000" dirty="0" smtClean="0">
                <a:solidFill>
                  <a:prstClr val="black"/>
                </a:solidFill>
                <a:cs typeface="B Zar" pitchFamily="2" charset="-78"/>
              </a:rPr>
              <a:t>سقف تولید ژل</a:t>
            </a:r>
            <a:r>
              <a:rPr lang="fa-IR" altLang="fa-IR" sz="2000" dirty="0">
                <a:solidFill>
                  <a:prstClr val="black"/>
                </a:solidFill>
                <a:cs typeface="B Zar" pitchFamily="2" charset="-78"/>
              </a:rPr>
              <a:t>ه</a:t>
            </a:r>
            <a:r>
              <a:rPr lang="fa-IR" altLang="fa-IR" sz="2000" dirty="0" smtClean="0">
                <a:solidFill>
                  <a:prstClr val="black"/>
                </a:solidFill>
                <a:cs typeface="B Zar" pitchFamily="2" charset="-78"/>
              </a:rPr>
              <a:t> رویال به ازای هرکلنی زنبورعسل تولید کننده ژله رویال </a:t>
            </a:r>
            <a:r>
              <a:rPr lang="fa-IR" altLang="fa-IR" sz="2000" b="1" dirty="0" smtClean="0">
                <a:solidFill>
                  <a:srgbClr val="C00000"/>
                </a:solidFill>
                <a:cs typeface="B Zar" pitchFamily="2" charset="-78"/>
              </a:rPr>
              <a:t>2000 گرم  </a:t>
            </a:r>
            <a:r>
              <a:rPr lang="fa-IR" altLang="fa-IR" sz="2000" dirty="0" smtClean="0">
                <a:solidFill>
                  <a:prstClr val="black"/>
                </a:solidFill>
                <a:cs typeface="B Zar" pitchFamily="2" charset="-78"/>
              </a:rPr>
              <a:t>است . 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fa-IR" altLang="fa-IR" sz="2000" dirty="0" smtClean="0">
              <a:solidFill>
                <a:prstClr val="black"/>
              </a:solidFill>
              <a:cs typeface="B Zar" pitchFamily="2" charset="-78"/>
            </a:endParaRP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2000" b="1" dirty="0" smtClean="0">
                <a:solidFill>
                  <a:srgbClr val="C00000"/>
                </a:solidFill>
                <a:cs typeface="B Zar" pitchFamily="2" charset="-78"/>
              </a:rPr>
              <a:t>نان زنبور : </a:t>
            </a:r>
            <a:r>
              <a:rPr lang="fa-IR" altLang="fa-IR" sz="2000" dirty="0" smtClean="0">
                <a:solidFill>
                  <a:prstClr val="black"/>
                </a:solidFill>
                <a:cs typeface="B Zar" pitchFamily="2" charset="-78"/>
              </a:rPr>
              <a:t> کل میزان تولید نان زنبور بر حسب کیلوگرم در کندوها در یکسال گذشته می باشد.</a:t>
            </a: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fa-IR" altLang="fa-IR" sz="2000" dirty="0" smtClean="0">
              <a:solidFill>
                <a:prstClr val="black"/>
              </a:solidFill>
              <a:cs typeface="B Zar" pitchFamily="2" charset="-78"/>
            </a:endParaRP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 typeface="Arial" charset="0"/>
              <a:buNone/>
            </a:pPr>
            <a:r>
              <a:rPr lang="fa-IR" altLang="fa-IR" sz="2000" b="1" dirty="0" smtClean="0">
                <a:solidFill>
                  <a:srgbClr val="C00000"/>
                </a:solidFill>
                <a:cs typeface="B Zar" pitchFamily="2" charset="-78"/>
              </a:rPr>
              <a:t>   زهر : </a:t>
            </a:r>
            <a:r>
              <a:rPr lang="fa-IR" altLang="fa-IR" sz="2000" dirty="0" smtClean="0">
                <a:solidFill>
                  <a:prstClr val="black"/>
                </a:solidFill>
                <a:cs typeface="B Zar" pitchFamily="2" charset="-78"/>
              </a:rPr>
              <a:t>کل میزان تولید زهر بر حسب </a:t>
            </a:r>
            <a:r>
              <a:rPr lang="fa-IR" altLang="fa-IR" sz="2000" b="1" dirty="0" smtClean="0">
                <a:solidFill>
                  <a:srgbClr val="C00000"/>
                </a:solidFill>
                <a:cs typeface="B Zar" pitchFamily="2" charset="-78"/>
              </a:rPr>
              <a:t>گرم</a:t>
            </a:r>
            <a:r>
              <a:rPr lang="fa-IR" altLang="fa-IR" sz="2000" dirty="0" smtClean="0">
                <a:solidFill>
                  <a:prstClr val="black"/>
                </a:solidFill>
                <a:cs typeface="B Zar" pitchFamily="2" charset="-78"/>
              </a:rPr>
              <a:t> در کندوها در یکسال گذشته می باشد.</a:t>
            </a:r>
            <a:endParaRPr lang="en-US" altLang="fa-IR" sz="2000" dirty="0" smtClean="0">
              <a:solidFill>
                <a:prstClr val="black"/>
              </a:solidFill>
              <a:cs typeface="B Zar" pitchFamily="2" charset="-78"/>
            </a:endParaRPr>
          </a:p>
          <a:p>
            <a:pPr algn="r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fa-IR" sz="2000" dirty="0" smtClean="0">
              <a:solidFill>
                <a:prstClr val="black"/>
              </a:solidFill>
              <a:cs typeface="B 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4457759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692150"/>
            <a:ext cx="7848600" cy="52578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r" rtl="1" fontAlgn="auto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fa-IR" sz="36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itchFamily="2" charset="-78"/>
              </a:rPr>
              <a:t>در درج مقادیر اعشاری: </a:t>
            </a:r>
          </a:p>
          <a:p>
            <a:pPr algn="r" rtl="1" fontAlgn="auto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fa-IR" sz="36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itchFamily="2" charset="-78"/>
              </a:rPr>
              <a:t>از علامت . بعنوان ممیز استفاده کنید </a:t>
            </a:r>
          </a:p>
          <a:p>
            <a:pPr algn="r" rtl="1" fontAlgn="auto">
              <a:lnSpc>
                <a:spcPct val="15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fa-IR" sz="36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itchFamily="2" charset="-78"/>
              </a:rPr>
              <a:t>مثال :  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itchFamily="2" charset="-78"/>
              </a:rPr>
              <a:t>1.45 </a:t>
            </a:r>
            <a:r>
              <a:rPr lang="fa-IR" sz="36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itchFamily="2" charset="-78"/>
              </a:rPr>
              <a:t> ،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itchFamily="2" charset="-78"/>
              </a:rPr>
              <a:t> 0.05</a:t>
            </a:r>
          </a:p>
          <a:p>
            <a:pPr fontAlgn="auto">
              <a:spcAft>
                <a:spcPts val="0"/>
              </a:spcAft>
              <a:defRPr/>
            </a:pPr>
            <a:r>
              <a:rPr lang="fa-IR" sz="3600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itchFamily="2" charset="-7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738928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827088" y="1503363"/>
            <a:ext cx="7559675" cy="3960812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fa-IR" sz="3600" dirty="0">
                <a:solidFill>
                  <a:srgbClr val="0070C0"/>
                </a:solidFill>
                <a:cs typeface="B Titr" pitchFamily="2" charset="-78"/>
              </a:rPr>
              <a:t>نکاتی در خصوص آمارگیری</a:t>
            </a:r>
            <a:endParaRPr lang="en-US" sz="36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926939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Box 3"/>
          <p:cNvSpPr txBox="1">
            <a:spLocks noChangeArrowheads="1"/>
          </p:cNvSpPr>
          <p:nvPr/>
        </p:nvSpPr>
        <p:spPr bwMode="auto">
          <a:xfrm>
            <a:off x="142875" y="635000"/>
            <a:ext cx="8858250" cy="600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Clr>
                <a:srgbClr val="FF0000"/>
              </a:buClr>
              <a:buSzPct val="125000"/>
              <a:buFont typeface="Wingdings" pitchFamily="2" charset="2"/>
              <a:buChar char="ü"/>
            </a:pPr>
            <a:endParaRPr lang="en-US" altLang="fa-IR">
              <a:cs typeface="B Zar" pitchFamily="2" charset="-78"/>
            </a:endParaRPr>
          </a:p>
          <a:p>
            <a:pPr algn="r" rtl="1" eaLnBrk="1" hangingPunct="1">
              <a:spcBef>
                <a:spcPct val="0"/>
              </a:spcBef>
              <a:buClr>
                <a:srgbClr val="FF0000"/>
              </a:buClr>
              <a:buSzPct val="125000"/>
              <a:buFont typeface="Wingdings" pitchFamily="2" charset="2"/>
              <a:buChar char="ü"/>
            </a:pPr>
            <a:r>
              <a:rPr lang="fa-IR" altLang="fa-IR">
                <a:cs typeface="B Zar" pitchFamily="2" charset="-78"/>
              </a:rPr>
              <a:t> در صورت عدم اعلام </a:t>
            </a:r>
            <a:r>
              <a:rPr lang="fa-IR" altLang="fa-IR" b="1">
                <a:solidFill>
                  <a:srgbClr val="C00000"/>
                </a:solidFill>
                <a:cs typeface="B Zar" pitchFamily="2" charset="-78"/>
              </a:rPr>
              <a:t>خاتمه عملیات </a:t>
            </a:r>
            <a:r>
              <a:rPr lang="fa-IR" altLang="fa-IR">
                <a:cs typeface="B Zar" pitchFamily="2" charset="-78"/>
              </a:rPr>
              <a:t>توسط کارشناس پهنه در مهلت مقرر  عملیات ثبت ، ویرایش و حذف اطلاعات مقدور نخواهد شد  </a:t>
            </a:r>
          </a:p>
          <a:p>
            <a:pPr algn="r" rtl="1" eaLnBrk="1" hangingPunct="1">
              <a:spcBef>
                <a:spcPct val="0"/>
              </a:spcBef>
              <a:buClr>
                <a:srgbClr val="FF0000"/>
              </a:buClr>
              <a:buSzPct val="125000"/>
              <a:buFontTx/>
              <a:buNone/>
            </a:pPr>
            <a:endParaRPr lang="fa-IR" altLang="fa-IR">
              <a:cs typeface="B Zar" pitchFamily="2" charset="-78"/>
            </a:endParaRPr>
          </a:p>
          <a:p>
            <a:pPr algn="r" rtl="1" eaLnBrk="1" hangingPunct="1">
              <a:spcBef>
                <a:spcPct val="0"/>
              </a:spcBef>
              <a:buClr>
                <a:srgbClr val="FF0000"/>
              </a:buClr>
              <a:buSzPct val="125000"/>
              <a:buFont typeface="Wingdings" pitchFamily="2" charset="2"/>
              <a:buChar char="ü"/>
            </a:pPr>
            <a:r>
              <a:rPr lang="fa-IR" altLang="fa-IR">
                <a:cs typeface="B Zar" pitchFamily="2" charset="-78"/>
              </a:rPr>
              <a:t>در صورت اعلام خاتمه عملیات توسط کارشناس پهنه قبل از موعد مقرر عملیات ثبت ، ویرایش و حذف اطلاعات مقدور نخواهد بود و تنها در صورتی که رئیس مرکز اطلاعات کارشناس را تایید نکند (</a:t>
            </a:r>
            <a:r>
              <a:rPr lang="fa-IR" altLang="fa-IR" b="1">
                <a:solidFill>
                  <a:srgbClr val="FF0000"/>
                </a:solidFill>
                <a:cs typeface="B Zar" pitchFamily="2" charset="-78"/>
              </a:rPr>
              <a:t>عدم تایید </a:t>
            </a:r>
            <a:r>
              <a:rPr lang="fa-IR" altLang="fa-IR">
                <a:cs typeface="B Zar" pitchFamily="2" charset="-78"/>
              </a:rPr>
              <a:t>) کارشناس میتواند مجددا نسبت به ثبت ، ویرایش و حذف اطلاعات اقدام نماید . </a:t>
            </a:r>
          </a:p>
          <a:p>
            <a:pPr algn="r" rtl="1" eaLnBrk="1" hangingPunct="1">
              <a:spcBef>
                <a:spcPct val="0"/>
              </a:spcBef>
              <a:buClr>
                <a:srgbClr val="FF0000"/>
              </a:buClr>
              <a:buSzPct val="125000"/>
              <a:buFontTx/>
              <a:buNone/>
            </a:pPr>
            <a:endParaRPr lang="en-US" altLang="fa-IR">
              <a:cs typeface="B Zar" pitchFamily="2" charset="-78"/>
            </a:endParaRPr>
          </a:p>
          <a:p>
            <a:pPr algn="r" rtl="1" eaLnBrk="1" hangingPunct="1">
              <a:spcBef>
                <a:spcPct val="0"/>
              </a:spcBef>
              <a:buClr>
                <a:srgbClr val="FF0000"/>
              </a:buClr>
              <a:buSzPct val="125000"/>
              <a:buFont typeface="Wingdings" pitchFamily="2" charset="2"/>
              <a:buChar char="ü"/>
            </a:pPr>
            <a:r>
              <a:rPr lang="fa-IR" altLang="fa-IR">
                <a:cs typeface="B Zar" pitchFamily="2" charset="-78"/>
              </a:rPr>
              <a:t>پس از تاییداطلاعات توسط مقام بالادستی امکان هرگونه  تغییر مقدور نخواهد بود .  </a:t>
            </a:r>
            <a:endParaRPr lang="en-US" altLang="fa-IR">
              <a:cs typeface="B Za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36039028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Box 3"/>
          <p:cNvSpPr txBox="1">
            <a:spLocks noChangeArrowheads="1"/>
          </p:cNvSpPr>
          <p:nvPr/>
        </p:nvSpPr>
        <p:spPr bwMode="auto">
          <a:xfrm>
            <a:off x="71438" y="-142875"/>
            <a:ext cx="8858250" cy="698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rtl="1" eaLnBrk="1" hangingPunct="1">
              <a:spcBef>
                <a:spcPct val="0"/>
              </a:spcBef>
              <a:buClr>
                <a:srgbClr val="FF0000"/>
              </a:buClr>
              <a:buSzPct val="120000"/>
              <a:buFont typeface="Wingdings" pitchFamily="2" charset="2"/>
              <a:buChar char="ü"/>
            </a:pPr>
            <a:endParaRPr lang="en-US" altLang="fa-IR" dirty="0">
              <a:cs typeface="B Mitra" pitchFamily="2" charset="-78"/>
            </a:endParaRPr>
          </a:p>
          <a:p>
            <a:pPr algn="r" rtl="1" eaLnBrk="1" hangingPunct="1">
              <a:spcBef>
                <a:spcPct val="0"/>
              </a:spcBef>
              <a:buClr>
                <a:srgbClr val="FF0000"/>
              </a:buClr>
              <a:buSzPct val="120000"/>
              <a:buFont typeface="Wingdings" pitchFamily="2" charset="2"/>
              <a:buChar char="ü"/>
            </a:pPr>
            <a:r>
              <a:rPr lang="fa-IR" altLang="fa-IR" dirty="0">
                <a:cs typeface="B Mitra" pitchFamily="2" charset="-78"/>
              </a:rPr>
              <a:t>قابل توجه کارشناسان محترم پهنه : در صورتی که پهنه شما </a:t>
            </a:r>
            <a:r>
              <a:rPr lang="fa-IR" altLang="fa-IR" b="1" dirty="0">
                <a:solidFill>
                  <a:srgbClr val="C00000"/>
                </a:solidFill>
                <a:cs typeface="B Zar" pitchFamily="2" charset="-78"/>
              </a:rPr>
              <a:t>فاقد زنبورستان</a:t>
            </a:r>
            <a:r>
              <a:rPr lang="fa-IR" altLang="fa-IR" dirty="0">
                <a:cs typeface="B Mitra" pitchFamily="2" charset="-78"/>
              </a:rPr>
              <a:t> میباشد ، میبایست در مهلت مقرر شده نسبت به </a:t>
            </a:r>
            <a:r>
              <a:rPr lang="fa-IR" altLang="fa-IR" b="1" dirty="0">
                <a:solidFill>
                  <a:srgbClr val="C00000"/>
                </a:solidFill>
                <a:cs typeface="B Zar" pitchFamily="2" charset="-78"/>
              </a:rPr>
              <a:t>اعلام خاتمه عملیات</a:t>
            </a:r>
            <a:r>
              <a:rPr lang="fa-IR" altLang="fa-IR" dirty="0">
                <a:cs typeface="B Mitra" pitchFamily="2" charset="-78"/>
              </a:rPr>
              <a:t>  اقدام کنید .</a:t>
            </a:r>
            <a:endParaRPr lang="en-US" altLang="fa-IR" dirty="0">
              <a:cs typeface="B Mitra" pitchFamily="2" charset="-78"/>
            </a:endParaRPr>
          </a:p>
          <a:p>
            <a:pPr algn="r" rtl="1" eaLnBrk="1" hangingPunct="1">
              <a:spcBef>
                <a:spcPct val="0"/>
              </a:spcBef>
              <a:buClr>
                <a:srgbClr val="FF0000"/>
              </a:buClr>
              <a:buSzPct val="120000"/>
              <a:buFont typeface="Wingdings" pitchFamily="2" charset="2"/>
              <a:buChar char="ü"/>
            </a:pPr>
            <a:endParaRPr lang="fa-IR" altLang="fa-IR" dirty="0">
              <a:cs typeface="B Mitra" pitchFamily="2" charset="-78"/>
            </a:endParaRPr>
          </a:p>
          <a:p>
            <a:pPr algn="r" rtl="1" eaLnBrk="1" hangingPunct="1">
              <a:spcBef>
                <a:spcPct val="0"/>
              </a:spcBef>
              <a:buClr>
                <a:srgbClr val="FF0000"/>
              </a:buClr>
              <a:buSzPct val="120000"/>
              <a:buFont typeface="Wingdings" pitchFamily="2" charset="2"/>
              <a:buChar char="ü"/>
            </a:pPr>
            <a:r>
              <a:rPr lang="fa-IR" altLang="fa-IR" dirty="0">
                <a:cs typeface="B Mitra" pitchFamily="2" charset="-78"/>
              </a:rPr>
              <a:t>در صورتیکه در زمان مراجعه به محل زنبورستان به هر علتی به زنبوردار جهت تکمیل پرسشنامه دسترسی نبود </a:t>
            </a:r>
            <a:r>
              <a:rPr lang="fa-IR" altLang="fa-IR" dirty="0" smtClean="0">
                <a:cs typeface="B Mitra" pitchFamily="2" charset="-78"/>
              </a:rPr>
              <a:t>می بایست </a:t>
            </a:r>
            <a:r>
              <a:rPr lang="fa-IR" altLang="fa-IR" dirty="0">
                <a:cs typeface="B Mitra" pitchFamily="2" charset="-78"/>
              </a:rPr>
              <a:t>،  </a:t>
            </a:r>
            <a:r>
              <a:rPr lang="fa-IR" altLang="fa-IR" b="1" dirty="0">
                <a:solidFill>
                  <a:srgbClr val="C00000"/>
                </a:solidFill>
                <a:cs typeface="B Zar" pitchFamily="2" charset="-78"/>
              </a:rPr>
              <a:t>فرم زنبورستان های ناشناس</a:t>
            </a:r>
            <a:r>
              <a:rPr lang="fa-IR" altLang="fa-IR" dirty="0">
                <a:solidFill>
                  <a:srgbClr val="FF0000"/>
                </a:solidFill>
                <a:cs typeface="B Mitra" pitchFamily="2" charset="-78"/>
              </a:rPr>
              <a:t> </a:t>
            </a:r>
            <a:r>
              <a:rPr lang="fa-IR" altLang="fa-IR" dirty="0">
                <a:cs typeface="B Mitra" pitchFamily="2" charset="-78"/>
              </a:rPr>
              <a:t>تکمیل گردد .</a:t>
            </a:r>
          </a:p>
          <a:p>
            <a:pPr algn="r" rtl="1" eaLnBrk="1" hangingPunct="1">
              <a:spcBef>
                <a:spcPct val="0"/>
              </a:spcBef>
              <a:buClr>
                <a:srgbClr val="FF0000"/>
              </a:buClr>
              <a:buSzPct val="120000"/>
              <a:buFont typeface="Wingdings" pitchFamily="2" charset="2"/>
              <a:buChar char="ü"/>
            </a:pPr>
            <a:endParaRPr lang="en-US" altLang="fa-IR" dirty="0">
              <a:cs typeface="B Mitra" pitchFamily="2" charset="-78"/>
            </a:endParaRPr>
          </a:p>
          <a:p>
            <a:pPr algn="r" rtl="1" eaLnBrk="1" hangingPunct="1">
              <a:spcBef>
                <a:spcPct val="0"/>
              </a:spcBef>
              <a:buClr>
                <a:srgbClr val="FF0000"/>
              </a:buClr>
              <a:buSzPct val="120000"/>
              <a:buFont typeface="Wingdings" pitchFamily="2" charset="2"/>
              <a:buChar char="ü"/>
            </a:pPr>
            <a:r>
              <a:rPr lang="fa-IR" altLang="fa-IR" dirty="0">
                <a:cs typeface="B Mitra" pitchFamily="2" charset="-78"/>
              </a:rPr>
              <a:t>در تکمیل فرم زنبورستان ناشناس دقت شود ،  منظور از </a:t>
            </a:r>
            <a:r>
              <a:rPr lang="fa-IR" altLang="fa-IR" b="1" dirty="0">
                <a:solidFill>
                  <a:srgbClr val="C00000"/>
                </a:solidFill>
                <a:cs typeface="B Zar" pitchFamily="2" charset="-78"/>
              </a:rPr>
              <a:t>توضیحات</a:t>
            </a:r>
            <a:r>
              <a:rPr lang="fa-IR" altLang="fa-IR" dirty="0">
                <a:cs typeface="B Mitra" pitchFamily="2" charset="-78"/>
              </a:rPr>
              <a:t> ، اطلاعاتی در خصوص محل قرار گرفتن زنبورستان و مشخصه های منحصرفرد آن میباشد که با استفاده از اطلاعات درج شده در بخش توضیحات، در زمان مراجعه زنبور دار به جهاد کشاورزی امکان شناسایی زنبورستان برای کارشناسان طیور و زنبورعسل مقدور باشد . </a:t>
            </a:r>
            <a:endParaRPr lang="en-US" altLang="fa-IR" dirty="0">
              <a:cs typeface="B Mitra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4705769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188" y="692150"/>
            <a:ext cx="8572500" cy="5016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Low" fontAlgn="auto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20000"/>
              <a:defRPr/>
            </a:pPr>
            <a:endParaRPr lang="en-US" sz="3200" dirty="0">
              <a:latin typeface="+mn-lt"/>
              <a:cs typeface="B Mitra" pitchFamily="2" charset="-78"/>
            </a:endParaRPr>
          </a:p>
          <a:p>
            <a:pPr algn="justLow" fontAlgn="auto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20000"/>
              <a:defRPr/>
            </a:pPr>
            <a:endParaRPr lang="fa-IR" sz="3200" b="1" i="1" dirty="0">
              <a:solidFill>
                <a:srgbClr val="FF0000"/>
              </a:solidFill>
              <a:latin typeface="+mn-lt"/>
              <a:cs typeface="B Mitra" pitchFamily="2" charset="-78"/>
            </a:endParaRPr>
          </a:p>
          <a:p>
            <a:pPr algn="justLow" fontAlgn="auto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20000"/>
              <a:defRPr/>
            </a:pPr>
            <a:r>
              <a:rPr lang="fa-IR" sz="3200" b="1" dirty="0">
                <a:solidFill>
                  <a:srgbClr val="C00000"/>
                </a:solidFill>
                <a:cs typeface="B Zar" pitchFamily="2" charset="-78"/>
              </a:rPr>
              <a:t>نکته مهم در خصوص زنبورستان های ناشناس</a:t>
            </a:r>
          </a:p>
          <a:p>
            <a:pPr algn="justLow" fontAlgn="auto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20000"/>
              <a:defRPr/>
            </a:pPr>
            <a:endParaRPr lang="en-US" sz="3200" dirty="0">
              <a:latin typeface="+mn-lt"/>
              <a:cs typeface="B Mitra" pitchFamily="2" charset="-78"/>
            </a:endParaRPr>
          </a:p>
          <a:p>
            <a:pPr algn="justLow" rtl="1" fontAlgn="auto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20000"/>
              <a:defRPr/>
            </a:pPr>
            <a:r>
              <a:rPr lang="fa-IR" sz="3200" dirty="0">
                <a:latin typeface="+mn-lt"/>
                <a:cs typeface="B Mitra" pitchFamily="2" charset="-78"/>
              </a:rPr>
              <a:t>اطلاعات ثبت شده در فرم زنبورستان های ناشناس موقتی بوده و میبایست تا پایان مهلت مقرر زنبوردار شناسایی و اطلاعات در فرم مخصوص (ثبت زنبورستان جدید) ثبت گردد در غیر اینصورت اطلاعات وارد شده در فرم زنبورستان های ناشناس جزء آمار استان لحاظ نخواهد شد . </a:t>
            </a:r>
          </a:p>
          <a:p>
            <a:pPr algn="justLow" rtl="1" fontAlgn="auto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20000"/>
              <a:defRPr/>
            </a:pPr>
            <a:r>
              <a:rPr lang="fa-IR" sz="32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B Mitra" pitchFamily="2" charset="-78"/>
              </a:rPr>
              <a:t>پس از شناسائی و ثبت اطلاعات در فرم ثبت زنبورستان جدید ، میبایست نسبت به حذف آن در فرم زنبورستان های ناشناس اقدام کنید .</a:t>
            </a:r>
            <a:endParaRPr lang="en-US" sz="32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B Mitra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5475694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"/>
          <p:cNvSpPr>
            <a:spLocks noChangeArrowheads="1"/>
          </p:cNvSpPr>
          <p:nvPr/>
        </p:nvSpPr>
        <p:spPr bwMode="auto">
          <a:xfrm>
            <a:off x="144463" y="1285875"/>
            <a:ext cx="8856662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rtl="1" eaLnBrk="1" hangingPunct="1">
              <a:spcBef>
                <a:spcPct val="0"/>
              </a:spcBef>
              <a:buFontTx/>
              <a:buNone/>
            </a:pPr>
            <a:endParaRPr lang="en-US" altLang="fa-IR" sz="4800">
              <a:cs typeface="B Mitra" pitchFamily="2" charset="-78"/>
            </a:endParaRPr>
          </a:p>
          <a:p>
            <a:pPr algn="ctr" rtl="1" eaLnBrk="1" hangingPunct="1">
              <a:spcBef>
                <a:spcPct val="0"/>
              </a:spcBef>
              <a:buFontTx/>
              <a:buNone/>
            </a:pPr>
            <a:r>
              <a:rPr lang="fa-IR" altLang="fa-IR" sz="4800">
                <a:cs typeface="B Mitra" pitchFamily="2" charset="-78"/>
              </a:rPr>
              <a:t>مسئولیت هر گونه کوتاهی در ثبت اطلاعات نادرست و مخدوش برعهده </a:t>
            </a:r>
            <a:r>
              <a:rPr lang="fa-IR" altLang="fa-IR" sz="3600" b="1">
                <a:solidFill>
                  <a:srgbClr val="C00000"/>
                </a:solidFill>
                <a:cs typeface="B Zar" pitchFamily="2" charset="-78"/>
              </a:rPr>
              <a:t>کارشناس پهنه و اشخاص تایید کننده آن اطلاعات </a:t>
            </a:r>
            <a:r>
              <a:rPr lang="fa-IR" altLang="fa-IR" sz="4800">
                <a:cs typeface="B Mitra" pitchFamily="2" charset="-78"/>
              </a:rPr>
              <a:t>میباشد .</a:t>
            </a:r>
            <a:endParaRPr lang="en-US" altLang="fa-IR" sz="4800">
              <a:cs typeface="B Mitra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3425297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8913"/>
            <a:ext cx="8291513" cy="877887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a-IR" sz="3600" b="1" dirty="0">
                <a:solidFill>
                  <a:srgbClr val="C00000"/>
                </a:solidFill>
                <a:ea typeface="+mn-ea"/>
                <a:cs typeface="B Zar" pitchFamily="2" charset="-78"/>
              </a:rPr>
              <a:t>عدم جابجائی کندوها در زمان آمارگیری </a:t>
            </a:r>
            <a:br>
              <a:rPr lang="fa-IR" sz="3600" b="1" dirty="0">
                <a:solidFill>
                  <a:srgbClr val="C00000"/>
                </a:solidFill>
                <a:ea typeface="+mn-ea"/>
                <a:cs typeface="B Zar" pitchFamily="2" charset="-78"/>
              </a:rPr>
            </a:br>
            <a:r>
              <a:rPr lang="fa-IR" sz="3600" b="1" dirty="0" smtClean="0">
                <a:solidFill>
                  <a:srgbClr val="C00000"/>
                </a:solidFill>
                <a:ea typeface="+mn-ea"/>
                <a:cs typeface="B Zar" pitchFamily="2" charset="-78"/>
              </a:rPr>
              <a:t>(5 </a:t>
            </a:r>
            <a:r>
              <a:rPr lang="fa-IR" sz="3600" b="1" dirty="0">
                <a:solidFill>
                  <a:srgbClr val="C00000"/>
                </a:solidFill>
                <a:ea typeface="+mn-ea"/>
                <a:cs typeface="B Zar" pitchFamily="2" charset="-78"/>
              </a:rPr>
              <a:t>لغایت </a:t>
            </a:r>
            <a:r>
              <a:rPr lang="fa-IR" sz="3600" b="1" dirty="0" smtClean="0">
                <a:solidFill>
                  <a:srgbClr val="C00000"/>
                </a:solidFill>
                <a:ea typeface="+mn-ea"/>
                <a:cs typeface="B Zar" pitchFamily="2" charset="-78"/>
              </a:rPr>
              <a:t>17 </a:t>
            </a:r>
            <a:r>
              <a:rPr lang="fa-IR" sz="3600" b="1" dirty="0">
                <a:solidFill>
                  <a:srgbClr val="C00000"/>
                </a:solidFill>
                <a:ea typeface="+mn-ea"/>
                <a:cs typeface="B Zar" pitchFamily="2" charset="-78"/>
              </a:rPr>
              <a:t>مهر </a:t>
            </a:r>
            <a:r>
              <a:rPr lang="fa-IR" sz="3600" b="1" dirty="0" smtClean="0">
                <a:solidFill>
                  <a:srgbClr val="C00000"/>
                </a:solidFill>
                <a:ea typeface="+mn-ea"/>
                <a:cs typeface="B Zar" pitchFamily="2" charset="-78"/>
              </a:rPr>
              <a:t>1404)</a:t>
            </a:r>
            <a:endParaRPr lang="fa-IR" sz="3600" b="1" dirty="0">
              <a:solidFill>
                <a:srgbClr val="C00000"/>
              </a:solidFill>
              <a:ea typeface="+mn-ea"/>
              <a:cs typeface="B Zar" pitchFamily="2" charset="-78"/>
            </a:endParaRPr>
          </a:p>
        </p:txBody>
      </p:sp>
      <p:pic>
        <p:nvPicPr>
          <p:cNvPr id="21507" name="Picture 4" descr="I:\ \425725523_87889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219200"/>
            <a:ext cx="9144000" cy="5638800"/>
          </a:xfrm>
        </p:spPr>
      </p:pic>
    </p:spTree>
    <p:extLst>
      <p:ext uri="{BB962C8B-B14F-4D97-AF65-F5344CB8AC3E}">
        <p14:creationId xmlns:p14="http://schemas.microsoft.com/office/powerpoint/2010/main" val="320869130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38"/>
            <a:ext cx="8229600" cy="1143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a-IR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کندوهای مدرن ، صنعتی</a:t>
            </a:r>
            <a:endParaRPr lang="fa-IR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pic>
        <p:nvPicPr>
          <p:cNvPr id="20483" name="Content Placeholder 3" descr="E:\مطالب علمی\DSC02573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219200"/>
            <a:ext cx="9144000" cy="5638800"/>
          </a:xfrm>
        </p:spPr>
      </p:pic>
    </p:spTree>
    <p:extLst>
      <p:ext uri="{BB962C8B-B14F-4D97-AF65-F5344CB8AC3E}">
        <p14:creationId xmlns:p14="http://schemas.microsoft.com/office/powerpoint/2010/main" val="384374410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a-IR" dirty="0" smtClean="0">
                <a:solidFill>
                  <a:schemeClr val="accent2">
                    <a:lumMod val="75000"/>
                  </a:schemeClr>
                </a:solidFill>
                <a:cs typeface="B Titr" pitchFamily="2" charset="-78"/>
              </a:rPr>
              <a:t>کندوهای سنتی </a:t>
            </a:r>
            <a:endParaRPr lang="fa-IR" dirty="0">
              <a:solidFill>
                <a:schemeClr val="accent2">
                  <a:lumMod val="75000"/>
                </a:schemeClr>
              </a:solidFill>
              <a:cs typeface="B Titr" pitchFamily="2" charset="-78"/>
            </a:endParaRPr>
          </a:p>
        </p:txBody>
      </p:sp>
      <p:pic>
        <p:nvPicPr>
          <p:cNvPr id="22531" name="Picture 2" descr="E:\مطالب علمی\عکسهای قرنادز\IMG_6646.JP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9275" y="1600200"/>
            <a:ext cx="8045450" cy="4525963"/>
          </a:xfrm>
        </p:spPr>
      </p:pic>
    </p:spTree>
    <p:extLst>
      <p:ext uri="{BB962C8B-B14F-4D97-AF65-F5344CB8AC3E}">
        <p14:creationId xmlns:p14="http://schemas.microsoft.com/office/powerpoint/2010/main" val="69963329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687610"/>
          </a:xfrm>
          <a:gradFill flip="none" rotWithShape="1">
            <a:gsLst>
              <a:gs pos="0">
                <a:schemeClr val="accent4">
                  <a:lumMod val="60000"/>
                  <a:lumOff val="40000"/>
                </a:schemeClr>
              </a:gs>
              <a:gs pos="35000">
                <a:schemeClr val="accent4">
                  <a:lumMod val="40000"/>
                  <a:lumOff val="6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extLst/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fa-IR" sz="2800" dirty="0">
                <a:cs typeface="B Titr" panose="00000700000000000000" pitchFamily="2" charset="-78"/>
              </a:rPr>
              <a:t>زنبوردرهرجایی خانه می سازد اما درآمارگیری کندوحساب نمی گردد. </a:t>
            </a:r>
            <a:endParaRPr lang="en-US" sz="2800" dirty="0">
              <a:cs typeface="B Titr" panose="00000700000000000000" pitchFamily="2" charset="-78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25" y="1268413"/>
            <a:ext cx="6181725" cy="26876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588" y="3644900"/>
            <a:ext cx="4827587" cy="25225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22696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0" y="188640"/>
            <a:ext cx="9144000" cy="687610"/>
          </a:xfrm>
          <a:gradFill flip="none" rotWithShape="1">
            <a:gsLst>
              <a:gs pos="0">
                <a:schemeClr val="accent4">
                  <a:lumMod val="60000"/>
                  <a:lumOff val="40000"/>
                </a:schemeClr>
              </a:gs>
              <a:gs pos="35000">
                <a:schemeClr val="accent4">
                  <a:lumMod val="40000"/>
                  <a:lumOff val="6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extLst/>
        </p:spPr>
        <p:txBody>
          <a:bodyPr rtlCol="0"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fa-IR" sz="2800" dirty="0">
                <a:cs typeface="B Titr" panose="00000700000000000000" pitchFamily="2" charset="-78"/>
              </a:rPr>
              <a:t>چندین طبقه روی هم فقط یک کندو محاسبه می گردد</a:t>
            </a:r>
            <a:endParaRPr lang="en-US" sz="2800" dirty="0">
              <a:cs typeface="B Titr" panose="00000700000000000000" pitchFamily="2" charset="-78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3" y="1196975"/>
            <a:ext cx="5362575" cy="35750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2" descr="I:\ \425317908_13802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924300" y="3429000"/>
            <a:ext cx="4892675" cy="30686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49952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800"/>
          </a:xfrm>
        </p:spPr>
        <p:txBody>
          <a:bodyPr/>
          <a:lstStyle/>
          <a:p>
            <a:pPr eaLnBrk="1" hangingPunct="1"/>
            <a:r>
              <a:rPr lang="fa-IR" altLang="fa-IR" b="1" smtClean="0">
                <a:solidFill>
                  <a:srgbClr val="C00000"/>
                </a:solidFill>
                <a:cs typeface="B Titr" pitchFamily="2" charset="-78"/>
              </a:rPr>
              <a:t>ثبت اطلاعات در سامانه</a:t>
            </a:r>
            <a:endParaRPr lang="en-US" altLang="fa-IR" b="1" smtClean="0">
              <a:solidFill>
                <a:srgbClr val="C00000"/>
              </a:solidFill>
              <a:cs typeface="B Titr" pitchFamily="2" charset="-78"/>
            </a:endParaRP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 eaLnBrk="1" hangingPunct="1"/>
            <a:r>
              <a:rPr lang="fa-IR" altLang="fa-IR" b="1" dirty="0" smtClean="0">
                <a:cs typeface="B Badr" pitchFamily="2" charset="-78"/>
              </a:rPr>
              <a:t>سامانه جامع پهنه بندی و مدیریت داده های کشاورزی</a:t>
            </a:r>
            <a:endParaRPr lang="en-US" altLang="fa-IR" b="1" dirty="0" smtClean="0">
              <a:cs typeface="B Badr" pitchFamily="2" charset="-78"/>
            </a:endParaRPr>
          </a:p>
          <a:p>
            <a:pPr algn="r" rtl="1" eaLnBrk="1" hangingPunct="1"/>
            <a:r>
              <a:rPr lang="fa-IR" altLang="fa-IR" b="1" dirty="0" smtClean="0">
                <a:cs typeface="B Badr" pitchFamily="2" charset="-78"/>
              </a:rPr>
              <a:t>جهت ورود به سامانه از مرورگر های فایرفاکس و یا گوگل کروم استفاده نمایید. </a:t>
            </a:r>
            <a:endParaRPr lang="en-US" altLang="fa-IR" b="1" dirty="0" smtClean="0">
              <a:cs typeface="B Badr" pitchFamily="2" charset="-78"/>
            </a:endParaRPr>
          </a:p>
          <a:p>
            <a:pPr algn="r" rtl="1" eaLnBrk="1" hangingPunct="1"/>
            <a:r>
              <a:rPr lang="fa-IR" altLang="fa-IR" b="1" dirty="0" smtClean="0">
                <a:cs typeface="B Badr" pitchFamily="2" charset="-78"/>
              </a:rPr>
              <a:t>جهت ورود به سامانه، کافیست آدرس  </a:t>
            </a:r>
            <a:r>
              <a:rPr lang="en-US" altLang="fa-IR" b="1" dirty="0" smtClean="0">
                <a:cs typeface="B Badr" pitchFamily="2" charset="-78"/>
              </a:rPr>
              <a:t> </a:t>
            </a:r>
            <a:r>
              <a:rPr lang="fa-IR" altLang="fa-IR" b="1" dirty="0" smtClean="0">
                <a:cs typeface="B Badr" pitchFamily="2" charset="-78"/>
              </a:rPr>
              <a:t> </a:t>
            </a:r>
            <a:r>
              <a:rPr lang="en-US" altLang="fa-IR" b="1" dirty="0" smtClean="0">
                <a:cs typeface="B Badr" pitchFamily="2" charset="-78"/>
              </a:rPr>
              <a:t>poud.maj.ir</a:t>
            </a:r>
            <a:r>
              <a:rPr lang="fa-IR" altLang="fa-IR" b="1" dirty="0" smtClean="0">
                <a:cs typeface="B Badr" pitchFamily="2" charset="-78"/>
              </a:rPr>
              <a:t> </a:t>
            </a:r>
            <a:r>
              <a:rPr lang="fa-IR" altLang="fa-IR" b="1" dirty="0" smtClean="0">
                <a:cs typeface="B Badr" pitchFamily="2" charset="-78"/>
              </a:rPr>
              <a:t>را </a:t>
            </a:r>
            <a:r>
              <a:rPr lang="fa-IR" altLang="fa-IR" b="1" dirty="0" smtClean="0">
                <a:cs typeface="B Badr" pitchFamily="2" charset="-78"/>
              </a:rPr>
              <a:t>در قسمت آدرس بار مرورگر خود وارد  نمایید . </a:t>
            </a:r>
          </a:p>
          <a:p>
            <a:pPr algn="r" rtl="1" eaLnBrk="1" hangingPunct="1"/>
            <a:r>
              <a:rPr lang="fa-IR" altLang="fa-IR" b="1" dirty="0" smtClean="0">
                <a:cs typeface="B Badr" pitchFamily="2" charset="-78"/>
              </a:rPr>
              <a:t>بعد از وارد نمودن نام کاربری و کلمه عبور وارد سامانه شوید </a:t>
            </a:r>
            <a:endParaRPr lang="en-US" altLang="fa-IR" b="1" dirty="0" smtClean="0">
              <a:cs typeface="B Bad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6693175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 noChangeArrowheads="1"/>
          </p:cNvSpPr>
          <p:nvPr>
            <p:ph type="title"/>
          </p:nvPr>
        </p:nvSpPr>
        <p:spPr>
          <a:xfrm>
            <a:off x="323850" y="365125"/>
            <a:ext cx="8516938" cy="1325563"/>
          </a:xfrm>
        </p:spPr>
        <p:txBody>
          <a:bodyPr/>
          <a:lstStyle/>
          <a:p>
            <a:pPr algn="r" rtl="1" eaLnBrk="1" hangingPunct="1"/>
            <a:r>
              <a:rPr lang="fa-IR" altLang="en-US" sz="2400" smtClean="0">
                <a:cs typeface="B Titr" pitchFamily="2" charset="-78"/>
              </a:rPr>
              <a:t>از قسمت اطلاعات اختصاصی، آیکون زنبور عسل</a:t>
            </a:r>
            <a:r>
              <a:rPr lang="en-US" altLang="en-US" sz="2400" smtClean="0">
                <a:cs typeface="B Titr" pitchFamily="2" charset="-78"/>
              </a:rPr>
              <a:t> </a:t>
            </a:r>
            <a:r>
              <a:rPr lang="fa-IR" altLang="en-US" sz="2400" smtClean="0">
                <a:cs typeface="B Titr" pitchFamily="2" charset="-78"/>
              </a:rPr>
              <a:t>را کلیک کنید </a:t>
            </a:r>
            <a:endParaRPr lang="en-US" altLang="en-US" sz="2400" smtClean="0">
              <a:cs typeface="B Titr" pitchFamily="2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1916113"/>
            <a:ext cx="8516938" cy="46799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2732088"/>
            <a:ext cx="1719263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69733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 l="13916" t="19531" r="16504" b="17969"/>
          <a:stretch>
            <a:fillRect/>
          </a:stretch>
        </p:blipFill>
        <p:spPr bwMode="auto">
          <a:xfrm>
            <a:off x="2208213" y="1989138"/>
            <a:ext cx="4727575" cy="31845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/>
          <p:cNvSpPr/>
          <p:nvPr/>
        </p:nvSpPr>
        <p:spPr>
          <a:xfrm>
            <a:off x="4859338" y="2492375"/>
            <a:ext cx="1728787" cy="7207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5940425" y="1484313"/>
            <a:ext cx="0" cy="10080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203575" y="28575"/>
            <a:ext cx="5616575" cy="14557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>
              <a:spcBef>
                <a:spcPct val="0"/>
              </a:spcBef>
              <a:defRPr/>
            </a:pPr>
            <a:r>
              <a:rPr lang="ar-SA" b="1" dirty="0">
                <a:solidFill>
                  <a:srgbClr val="002060"/>
                </a:solidFill>
                <a:cs typeface="B Nazanin" panose="00000400000000000000" pitchFamily="2" charset="-78"/>
              </a:rPr>
              <a:t>پس از تعیین موقعیت زنبور داری  از نظر اینکه در شهر یا آبادی های تحت پوشش کارشناس پهنه قرارداد ، نسبت به انتخاب نام شهر یا آبادی محل قرار گرفتن زنبورستان  از لیست اقدام می شود . </a:t>
            </a:r>
          </a:p>
        </p:txBody>
      </p:sp>
      <p:cxnSp>
        <p:nvCxnSpPr>
          <p:cNvPr id="11" name="Straight Arrow Connector 10"/>
          <p:cNvCxnSpPr>
            <a:cxnSpLocks/>
            <a:endCxn id="12" idx="6"/>
          </p:cNvCxnSpPr>
          <p:nvPr/>
        </p:nvCxnSpPr>
        <p:spPr>
          <a:xfrm flipH="1">
            <a:off x="2124075" y="3429000"/>
            <a:ext cx="201612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95288" y="2889250"/>
            <a:ext cx="1728787" cy="10795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>
              <a:spcBef>
                <a:spcPct val="0"/>
              </a:spcBef>
              <a:defRPr/>
            </a:pPr>
            <a:r>
              <a:rPr lang="ar-SA" b="1" dirty="0">
                <a:solidFill>
                  <a:srgbClr val="002060"/>
                </a:solidFill>
                <a:cs typeface="B Nazanin" panose="00000400000000000000" pitchFamily="2" charset="-78"/>
              </a:rPr>
              <a:t>تایپ کد ملی</a:t>
            </a:r>
            <a:r>
              <a:rPr lang="fa-IR" b="1" dirty="0">
                <a:solidFill>
                  <a:srgbClr val="002060"/>
                </a:solidFill>
                <a:cs typeface="B Nazanin" panose="00000400000000000000" pitchFamily="2" charset="-78"/>
              </a:rPr>
              <a:t> / کد اتباع</a:t>
            </a:r>
            <a:r>
              <a:rPr lang="ar-SA" b="1" dirty="0">
                <a:solidFill>
                  <a:srgbClr val="002060"/>
                </a:solidFill>
                <a:cs typeface="B Nazanin" panose="00000400000000000000" pitchFamily="2" charset="-78"/>
              </a:rPr>
              <a:t> زنبور دار</a:t>
            </a:r>
            <a:endParaRPr lang="en-US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211638" y="3581400"/>
            <a:ext cx="2376487" cy="7191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6588125" y="3968750"/>
            <a:ext cx="79216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451725" y="3429000"/>
            <a:ext cx="1584325" cy="11525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>
              <a:spcBef>
                <a:spcPct val="0"/>
              </a:spcBef>
              <a:defRPr/>
            </a:pPr>
            <a:r>
              <a:rPr lang="ar-SA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تعیین نوع زنبور داری  </a:t>
            </a:r>
            <a:endParaRPr lang="en-US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851275" y="4437063"/>
            <a:ext cx="1584325" cy="5048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4643438" y="4941888"/>
            <a:ext cx="0" cy="9350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000375" y="5892800"/>
            <a:ext cx="3300413" cy="8001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rtl="1">
              <a:spcBef>
                <a:spcPct val="0"/>
              </a:spcBef>
              <a:defRPr/>
            </a:pPr>
            <a:r>
              <a:rPr lang="ar-SA" sz="2000" b="1" dirty="0">
                <a:solidFill>
                  <a:srgbClr val="002060"/>
                </a:solidFill>
                <a:cs typeface="B Nazanin" panose="00000400000000000000" pitchFamily="2" charset="-78"/>
              </a:rPr>
              <a:t>کلیک بر روی دکمه ادامه</a:t>
            </a:r>
            <a:endParaRPr lang="fa-IR" sz="2000" b="1" dirty="0">
              <a:solidFill>
                <a:srgbClr val="002060"/>
              </a:solidFill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71671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428625"/>
            <a:ext cx="8229600" cy="6143625"/>
          </a:xfrm>
        </p:spPr>
        <p:txBody>
          <a:bodyPr rtlCol="0">
            <a:normAutofit fontScale="70000" lnSpcReduction="20000"/>
          </a:bodyPr>
          <a:lstStyle/>
          <a:p>
            <a:pPr algn="r" rtl="1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ar-SA" sz="3400" dirty="0" smtClean="0">
                <a:cs typeface="B Homa" pitchFamily="2" charset="-78"/>
              </a:rPr>
              <a:t>پس از تعیین موقعیت زنبور داری  از نظر اینکه در شهر یا آبادی های تحت پوشش کارشناس </a:t>
            </a:r>
            <a:r>
              <a:rPr lang="fa-IR" sz="3400" dirty="0" smtClean="0">
                <a:cs typeface="B Homa" pitchFamily="2" charset="-78"/>
              </a:rPr>
              <a:t>پهنه قرارداد </a:t>
            </a:r>
            <a:r>
              <a:rPr lang="ar-SA" sz="3400" dirty="0" smtClean="0">
                <a:cs typeface="B Homa" pitchFamily="2" charset="-78"/>
              </a:rPr>
              <a:t>، نسبت به انتخاب نام شهر یا آبادی</a:t>
            </a:r>
            <a:r>
              <a:rPr lang="fa-IR" sz="3400" dirty="0" smtClean="0">
                <a:cs typeface="B Homa" pitchFamily="2" charset="-78"/>
              </a:rPr>
              <a:t> محل قرار گرفتن زنبورستان </a:t>
            </a:r>
            <a:r>
              <a:rPr lang="ar-SA" sz="3400" dirty="0" smtClean="0">
                <a:cs typeface="B Homa" pitchFamily="2" charset="-78"/>
              </a:rPr>
              <a:t> از لیست اقدام می شود . </a:t>
            </a:r>
            <a:endParaRPr lang="en-US" sz="3400" dirty="0" smtClean="0">
              <a:cs typeface="B Homa" pitchFamily="2" charset="-78"/>
            </a:endParaRPr>
          </a:p>
          <a:p>
            <a:pPr algn="r" rtl="1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ar-SA" sz="3400" dirty="0" smtClean="0">
                <a:cs typeface="B Homa" pitchFamily="2" charset="-78"/>
              </a:rPr>
              <a:t>تایپ کد ملی زنبور دار / مدیر عامل       </a:t>
            </a:r>
            <a:endParaRPr lang="en-US" sz="3400" dirty="0" smtClean="0">
              <a:cs typeface="B Homa" pitchFamily="2" charset="-78"/>
            </a:endParaRPr>
          </a:p>
          <a:p>
            <a:pPr algn="r" rtl="1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ar-SA" sz="3400" dirty="0" smtClean="0">
                <a:cs typeface="B Homa" pitchFamily="2" charset="-78"/>
              </a:rPr>
              <a:t>تعیین نوع زنبور داری  </a:t>
            </a:r>
            <a:endParaRPr lang="en-US" sz="3400" dirty="0" smtClean="0">
              <a:cs typeface="B Homa" pitchFamily="2" charset="-78"/>
            </a:endParaRPr>
          </a:p>
          <a:p>
            <a:pPr algn="r" rtl="1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ar-SA" sz="3400" dirty="0" smtClean="0">
                <a:cs typeface="B Homa" pitchFamily="2" charset="-78"/>
              </a:rPr>
              <a:t>کلیک بر روی دکمه ادامه</a:t>
            </a:r>
            <a:endParaRPr lang="fa-IR" sz="3400" dirty="0" smtClean="0">
              <a:cs typeface="B Homa" pitchFamily="2" charset="-78"/>
            </a:endParaRPr>
          </a:p>
          <a:p>
            <a:pPr algn="just" rtl="1" eaLnBrk="1" fontAlgn="auto" hangingPunct="1">
              <a:lnSpc>
                <a:spcPct val="170000"/>
              </a:lnSpc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ar-SA" sz="3800" dirty="0" smtClean="0">
                <a:solidFill>
                  <a:srgbClr val="C00000"/>
                </a:solidFill>
                <a:cs typeface="B Homa" pitchFamily="2" charset="-78"/>
              </a:rPr>
              <a:t>نکته مهم : برای ثبت اطلاعات سرشماری زنبورستان ها قبلاً  باید اطلاعات بهره بردار در سامانه </a:t>
            </a:r>
            <a:r>
              <a:rPr lang="fa-IR" sz="3800" dirty="0" smtClean="0">
                <a:solidFill>
                  <a:srgbClr val="C00000"/>
                </a:solidFill>
                <a:cs typeface="B Homa" pitchFamily="2" charset="-78"/>
              </a:rPr>
              <a:t>ثبت شده باشد </a:t>
            </a:r>
            <a:r>
              <a:rPr lang="fa-IR" sz="3800" dirty="0" smtClean="0">
                <a:solidFill>
                  <a:schemeClr val="tx2">
                    <a:lumMod val="60000"/>
                    <a:lumOff val="40000"/>
                  </a:schemeClr>
                </a:solidFill>
                <a:cs typeface="B Homa" pitchFamily="2" charset="-78"/>
              </a:rPr>
              <a:t>در غیر اینصورت با پیام </a:t>
            </a:r>
            <a:r>
              <a:rPr lang="fa-IR" sz="3800" dirty="0" smtClean="0">
                <a:solidFill>
                  <a:srgbClr val="C00000"/>
                </a:solidFill>
                <a:cs typeface="B Homa" pitchFamily="2" charset="-78"/>
              </a:rPr>
              <a:t>بهره بردار قبلا ثبت نشده </a:t>
            </a:r>
            <a:r>
              <a:rPr lang="fa-IR" sz="3800" dirty="0" smtClean="0">
                <a:solidFill>
                  <a:schemeClr val="tx2">
                    <a:lumMod val="60000"/>
                    <a:lumOff val="40000"/>
                  </a:schemeClr>
                </a:solidFill>
                <a:cs typeface="B Homa" pitchFamily="2" charset="-78"/>
              </a:rPr>
              <a:t>مواجه خواهید شد که می بایست ابتدا اطلاعات بهره بردار را از قسمت اطلاعات                            </a:t>
            </a:r>
            <a:br>
              <a:rPr lang="fa-IR" sz="3800" dirty="0" smtClean="0">
                <a:solidFill>
                  <a:schemeClr val="tx2">
                    <a:lumMod val="60000"/>
                    <a:lumOff val="40000"/>
                  </a:schemeClr>
                </a:solidFill>
                <a:cs typeface="B Homa" pitchFamily="2" charset="-78"/>
              </a:rPr>
            </a:br>
            <a:r>
              <a:rPr lang="fa-IR" sz="3800" dirty="0" smtClean="0">
                <a:solidFill>
                  <a:schemeClr val="tx2">
                    <a:lumMod val="60000"/>
                    <a:lumOff val="40000"/>
                  </a:schemeClr>
                </a:solidFill>
                <a:cs typeface="B Homa" pitchFamily="2" charset="-78"/>
              </a:rPr>
              <a:t> اختصاصی- آیکون </a:t>
            </a:r>
            <a:r>
              <a:rPr lang="fa-IR" sz="3800" dirty="0" smtClean="0">
                <a:solidFill>
                  <a:srgbClr val="C00000"/>
                </a:solidFill>
                <a:cs typeface="B Homa" pitchFamily="2" charset="-78"/>
              </a:rPr>
              <a:t>ثبت بهره بردار جدید               </a:t>
            </a:r>
            <a:r>
              <a:rPr lang="fa-IR" sz="3800" dirty="0" smtClean="0">
                <a:solidFill>
                  <a:schemeClr val="tx2">
                    <a:lumMod val="60000"/>
                    <a:lumOff val="40000"/>
                  </a:schemeClr>
                </a:solidFill>
                <a:cs typeface="B Homa" pitchFamily="2" charset="-78"/>
              </a:rPr>
              <a:t> ثبت و سپس اطلاعات سرشماری را ثبت کنید </a:t>
            </a:r>
            <a:r>
              <a:rPr lang="ar-SA" sz="3800" dirty="0" smtClean="0">
                <a:solidFill>
                  <a:schemeClr val="tx2">
                    <a:lumMod val="60000"/>
                    <a:lumOff val="40000"/>
                  </a:schemeClr>
                </a:solidFill>
                <a:cs typeface="B Homa" pitchFamily="2" charset="-78"/>
              </a:rPr>
              <a:t>.  </a:t>
            </a:r>
            <a:endParaRPr lang="en-US" sz="3800" dirty="0" smtClean="0">
              <a:solidFill>
                <a:schemeClr val="tx2">
                  <a:lumMod val="60000"/>
                  <a:lumOff val="40000"/>
                </a:schemeClr>
              </a:solidFill>
              <a:cs typeface="B Homa" pitchFamily="2" charset="-78"/>
            </a:endParaRPr>
          </a:p>
          <a:p>
            <a:pPr algn="r" rtl="1"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 smtClean="0">
              <a:cs typeface="B Homa" pitchFamily="2" charset="-78"/>
            </a:endParaRPr>
          </a:p>
          <a:p>
            <a:pPr algn="r" rtl="1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>
              <a:cs typeface="B Homa" pitchFamily="2" charset="-78"/>
            </a:endParaRPr>
          </a:p>
        </p:txBody>
      </p:sp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0" y="5072063"/>
            <a:ext cx="871538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1859690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9" t="14041" r="5377" b="8904"/>
          <a:stretch/>
        </p:blipFill>
        <p:spPr bwMode="auto">
          <a:xfrm>
            <a:off x="228600" y="152400"/>
            <a:ext cx="8693063" cy="6400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4238123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9" t="15112" r="5410" b="6250"/>
          <a:stretch/>
        </p:blipFill>
        <p:spPr bwMode="auto">
          <a:xfrm>
            <a:off x="152400" y="76199"/>
            <a:ext cx="8839200" cy="6629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2"/>
          <p:cNvSpPr txBox="1">
            <a:spLocks noChangeArrowheads="1"/>
          </p:cNvSpPr>
          <p:nvPr/>
        </p:nvSpPr>
        <p:spPr bwMode="auto">
          <a:xfrm>
            <a:off x="882555" y="2819400"/>
            <a:ext cx="7467600" cy="889000"/>
          </a:xfrm>
          <a:prstGeom prst="rect">
            <a:avLst/>
          </a:prstGeom>
          <a:solidFill>
            <a:srgbClr val="92D050"/>
          </a:solidFill>
          <a:ln>
            <a:noFill/>
          </a:ln>
          <a:extLst/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rtl="1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1800" dirty="0" smtClean="0">
                <a:solidFill>
                  <a:srgbClr val="000000"/>
                </a:solidFill>
                <a:cs typeface="B Titr" pitchFamily="2" charset="-78"/>
              </a:rPr>
              <a:t>ثبت میزان تلفات  کلنی های زنبورعسل در اثر حوادث و بیماری ها طی یکسال گذشته </a:t>
            </a:r>
          </a:p>
          <a:p>
            <a:pPr algn="ctr" rtl="1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1800" dirty="0" smtClean="0">
                <a:solidFill>
                  <a:srgbClr val="000000"/>
                </a:solidFill>
                <a:cs typeface="B Titr" pitchFamily="2" charset="-78"/>
              </a:rPr>
              <a:t>(از مهرماه سال قبل تا پایان شهریور ماه سالجاری )</a:t>
            </a:r>
          </a:p>
        </p:txBody>
      </p:sp>
    </p:spTree>
    <p:extLst>
      <p:ext uri="{BB962C8B-B14F-4D97-AF65-F5344CB8AC3E}">
        <p14:creationId xmlns:p14="http://schemas.microsoft.com/office/powerpoint/2010/main" val="371321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7" r="3750"/>
          <a:stretch/>
        </p:blipFill>
        <p:spPr bwMode="auto">
          <a:xfrm>
            <a:off x="76200" y="228600"/>
            <a:ext cx="8913019" cy="640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1766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39" r="4068" b="6250"/>
          <a:stretch/>
        </p:blipFill>
        <p:spPr bwMode="auto">
          <a:xfrm>
            <a:off x="381001" y="319627"/>
            <a:ext cx="8458200" cy="6004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4489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771525" y="71438"/>
            <a:ext cx="8229600" cy="868362"/>
          </a:xfrm>
        </p:spPr>
        <p:txBody>
          <a:bodyPr/>
          <a:lstStyle/>
          <a:p>
            <a:pPr algn="r" eaLnBrk="1" hangingPunct="1"/>
            <a:r>
              <a:rPr lang="fa-IR" altLang="fa-IR" sz="3600" smtClean="0">
                <a:solidFill>
                  <a:srgbClr val="C00000"/>
                </a:solidFill>
                <a:cs typeface="B Titr" pitchFamily="2" charset="-78"/>
              </a:rPr>
              <a:t>جستجوی یک زنبور دار </a:t>
            </a:r>
            <a:endParaRPr lang="en-US" altLang="fa-IR" sz="3600" smtClean="0">
              <a:solidFill>
                <a:srgbClr val="C00000"/>
              </a:solidFill>
              <a:cs typeface="B Titr" pitchFamily="2" charset="-78"/>
            </a:endParaRPr>
          </a:p>
        </p:txBody>
      </p:sp>
      <p:sp>
        <p:nvSpPr>
          <p:cNvPr id="31747" name="Content Placeholder 2"/>
          <p:cNvSpPr>
            <a:spLocks noGrp="1"/>
          </p:cNvSpPr>
          <p:nvPr>
            <p:ph idx="1"/>
          </p:nvPr>
        </p:nvSpPr>
        <p:spPr>
          <a:xfrm>
            <a:off x="500063" y="742950"/>
            <a:ext cx="8229600" cy="1328738"/>
          </a:xfrm>
        </p:spPr>
        <p:txBody>
          <a:bodyPr/>
          <a:lstStyle/>
          <a:p>
            <a:pPr algn="just" rtl="1" eaLnBrk="1" hangingPunct="1"/>
            <a:r>
              <a:rPr lang="fa-IR" altLang="fa-IR" sz="2400" b="1" smtClean="0">
                <a:solidFill>
                  <a:srgbClr val="C00000"/>
                </a:solidFill>
                <a:cs typeface="B Badr" pitchFamily="2" charset="-78"/>
              </a:rPr>
              <a:t>مدیریت زنبورستان</a:t>
            </a:r>
            <a:r>
              <a:rPr lang="fa-IR" altLang="fa-IR" sz="2400" smtClean="0">
                <a:cs typeface="B Badr" pitchFamily="2" charset="-78"/>
              </a:rPr>
              <a:t>: با استفاده از این قسمت می توانید چنانچه قبلا زنبورستان مورد نظر را ثبت کرده باشید با وارد کردن کد ملی زنبوردار، آن را جستجو نموده و نتیجه را در جدولی مشاهده نمایید. </a:t>
            </a:r>
            <a:endParaRPr lang="en-US" altLang="fa-IR" sz="2400" smtClean="0">
              <a:cs typeface="B Badr" pitchFamily="2" charset="-78"/>
            </a:endParaRPr>
          </a:p>
          <a:p>
            <a:pPr algn="just" rtl="1" eaLnBrk="1" hangingPunct="1"/>
            <a:endParaRPr lang="en-US" altLang="fa-IR" sz="2400" smtClean="0">
              <a:cs typeface="B Badr" pitchFamily="2" charset="-78"/>
            </a:endParaRPr>
          </a:p>
        </p:txBody>
      </p:sp>
      <p:pic>
        <p:nvPicPr>
          <p:cNvPr id="31748" name="Picture 4" descr="H:\سامانه پهنه بندی12 dey\مسئول پهنه\pic\1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1928813"/>
            <a:ext cx="7500938" cy="385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Rectangle 2"/>
          <p:cNvSpPr>
            <a:spLocks noChangeArrowheads="1"/>
          </p:cNvSpPr>
          <p:nvPr/>
        </p:nvSpPr>
        <p:spPr bwMode="auto">
          <a:xfrm>
            <a:off x="571500" y="5884863"/>
            <a:ext cx="80724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l" rtl="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justLow" rtl="1" eaLnBrk="1" fontAlgn="base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2400" smtClean="0">
                <a:solidFill>
                  <a:srgbClr val="000000"/>
                </a:solidFill>
                <a:ea typeface="Calibri" pitchFamily="34" charset="0"/>
                <a:cs typeface="B Nazanin" pitchFamily="2" charset="-78"/>
              </a:rPr>
              <a:t>در جدول نتایج جستجو و در قسمت عملیات سه گزینه "</a:t>
            </a:r>
            <a:r>
              <a:rPr lang="fa-IR" altLang="fa-IR" sz="2400" smtClean="0">
                <a:solidFill>
                  <a:srgbClr val="C00000"/>
                </a:solidFill>
                <a:ea typeface="Calibri" pitchFamily="34" charset="0"/>
                <a:cs typeface="B Nazanin" pitchFamily="2" charset="-78"/>
              </a:rPr>
              <a:t>نمایش</a:t>
            </a:r>
            <a:r>
              <a:rPr lang="fa-IR" altLang="fa-IR" sz="2400" smtClean="0">
                <a:solidFill>
                  <a:srgbClr val="000000"/>
                </a:solidFill>
                <a:ea typeface="Calibri" pitchFamily="34" charset="0"/>
                <a:cs typeface="B Nazanin" pitchFamily="2" charset="-78"/>
              </a:rPr>
              <a:t>" "</a:t>
            </a:r>
            <a:r>
              <a:rPr lang="fa-IR" altLang="fa-IR" sz="2400" smtClean="0">
                <a:solidFill>
                  <a:srgbClr val="C00000"/>
                </a:solidFill>
                <a:ea typeface="Calibri" pitchFamily="34" charset="0"/>
                <a:cs typeface="B Nazanin" pitchFamily="2" charset="-78"/>
              </a:rPr>
              <a:t>ویرایش</a:t>
            </a:r>
            <a:r>
              <a:rPr lang="fa-IR" altLang="fa-IR" sz="2400" smtClean="0">
                <a:solidFill>
                  <a:srgbClr val="000000"/>
                </a:solidFill>
                <a:ea typeface="Calibri" pitchFamily="34" charset="0"/>
                <a:cs typeface="B Nazanin" pitchFamily="2" charset="-78"/>
              </a:rPr>
              <a:t>" "</a:t>
            </a:r>
            <a:r>
              <a:rPr lang="fa-IR" altLang="fa-IR" sz="2400" smtClean="0">
                <a:solidFill>
                  <a:srgbClr val="C00000"/>
                </a:solidFill>
                <a:ea typeface="Calibri" pitchFamily="34" charset="0"/>
                <a:cs typeface="B Nazanin" pitchFamily="2" charset="-78"/>
              </a:rPr>
              <a:t>حذف</a:t>
            </a:r>
            <a:r>
              <a:rPr lang="fa-IR" altLang="fa-IR" sz="2400" smtClean="0">
                <a:solidFill>
                  <a:srgbClr val="000000"/>
                </a:solidFill>
                <a:ea typeface="Calibri" pitchFamily="34" charset="0"/>
                <a:cs typeface="B Nazanin" pitchFamily="2" charset="-78"/>
              </a:rPr>
              <a:t>" جهت  مدیریت اطلاعات زنبورستان مورد نظر در دسترس قرار داده شده است.</a:t>
            </a:r>
            <a:endParaRPr lang="fa-IR" altLang="fa-IR" sz="3600" smtClean="0">
              <a:solidFill>
                <a:srgbClr val="000000"/>
              </a:solidFill>
              <a:latin typeface="Arial" charset="0"/>
              <a:ea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31665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 descr="C:\Users\h.akbarpoor\Desktop\1380066174_0611_133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88913"/>
            <a:ext cx="8039100" cy="5716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Oval 3"/>
          <p:cNvSpPr/>
          <p:nvPr/>
        </p:nvSpPr>
        <p:spPr>
          <a:xfrm>
            <a:off x="1403350" y="6021388"/>
            <a:ext cx="6121400" cy="6715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rtl="1">
              <a:spcBef>
                <a:spcPct val="0"/>
              </a:spcBef>
              <a:defRPr/>
            </a:pPr>
            <a:r>
              <a:rPr lang="fa-IR" sz="2000" b="1" dirty="0">
                <a:solidFill>
                  <a:srgbClr val="C00000"/>
                </a:solidFill>
                <a:cs typeface="B Nazanin" panose="00000400000000000000" pitchFamily="2" charset="-78"/>
              </a:rPr>
              <a:t>دقت فرمائید </a:t>
            </a:r>
            <a:r>
              <a:rPr lang="fa-IR" sz="1400" b="1" dirty="0">
                <a:solidFill>
                  <a:srgbClr val="002060"/>
                </a:solidFill>
                <a:cs typeface="B Nazanin" panose="00000400000000000000" pitchFamily="2" charset="-78"/>
              </a:rPr>
              <a:t>: واحد </a:t>
            </a:r>
            <a:r>
              <a:rPr lang="fa-IR" sz="1400" b="1" dirty="0" smtClean="0">
                <a:solidFill>
                  <a:srgbClr val="002060"/>
                </a:solidFill>
                <a:cs typeface="B Nazanin" panose="00000400000000000000" pitchFamily="2" charset="-78"/>
              </a:rPr>
              <a:t>ژله </a:t>
            </a:r>
            <a:r>
              <a:rPr lang="fa-IR" sz="1400" b="1" dirty="0">
                <a:solidFill>
                  <a:srgbClr val="002060"/>
                </a:solidFill>
                <a:cs typeface="B Nazanin" panose="00000400000000000000" pitchFamily="2" charset="-78"/>
              </a:rPr>
              <a:t>رویال و زهر زنبور ، گرم می باشد</a:t>
            </a:r>
          </a:p>
        </p:txBody>
      </p:sp>
    </p:spTree>
    <p:extLst>
      <p:ext uri="{BB962C8B-B14F-4D97-AF65-F5344CB8AC3E}">
        <p14:creationId xmlns:p14="http://schemas.microsoft.com/office/powerpoint/2010/main" val="3064496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 descr="C:\Users\h.akbarpoor\Desktop\1380066174_0611_132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38" y="852488"/>
            <a:ext cx="7629525" cy="515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24466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771525" y="71438"/>
            <a:ext cx="8229600" cy="868362"/>
          </a:xfrm>
        </p:spPr>
        <p:txBody>
          <a:bodyPr/>
          <a:lstStyle/>
          <a:p>
            <a:pPr algn="r" eaLnBrk="1" hangingPunct="1"/>
            <a:r>
              <a:rPr lang="fa-IR" altLang="fa-IR" sz="3600" smtClean="0">
                <a:solidFill>
                  <a:srgbClr val="C00000"/>
                </a:solidFill>
                <a:cs typeface="B Titr" pitchFamily="2" charset="-78"/>
              </a:rPr>
              <a:t>لیست زنبوردارهای ثبت شده </a:t>
            </a:r>
            <a:endParaRPr lang="en-US" altLang="fa-IR" sz="3600" smtClean="0">
              <a:solidFill>
                <a:srgbClr val="C00000"/>
              </a:solidFill>
              <a:cs typeface="B Titr" pitchFamily="2" charset="-78"/>
            </a:endParaRPr>
          </a:p>
        </p:txBody>
      </p:sp>
      <p:sp>
        <p:nvSpPr>
          <p:cNvPr id="32771" name="Content Placeholder 2"/>
          <p:cNvSpPr>
            <a:spLocks noGrp="1"/>
          </p:cNvSpPr>
          <p:nvPr>
            <p:ph idx="1"/>
          </p:nvPr>
        </p:nvSpPr>
        <p:spPr>
          <a:xfrm>
            <a:off x="500063" y="857250"/>
            <a:ext cx="8229600" cy="1328738"/>
          </a:xfrm>
        </p:spPr>
        <p:txBody>
          <a:bodyPr/>
          <a:lstStyle/>
          <a:p>
            <a:pPr algn="r" rtl="1" eaLnBrk="1" hangingPunct="1"/>
            <a:r>
              <a:rPr lang="fa-IR" altLang="fa-IR" sz="2000" dirty="0" smtClean="0">
                <a:solidFill>
                  <a:srgbClr val="C00000"/>
                </a:solidFill>
                <a:cs typeface="B Badr" pitchFamily="2" charset="-78"/>
              </a:rPr>
              <a:t>لیست زنبورستان</a:t>
            </a:r>
            <a:r>
              <a:rPr lang="fa-IR" altLang="fa-IR" sz="2000" dirty="0" smtClean="0">
                <a:cs typeface="B Badr" pitchFamily="2" charset="-78"/>
              </a:rPr>
              <a:t>: از این قسمت امکان مشاهده کلیه زنبورستان ها ی ثبت شده توسط شما ظاهر می گردد</a:t>
            </a:r>
            <a:endParaRPr lang="en-US" altLang="fa-IR" sz="2000" dirty="0" smtClean="0">
              <a:cs typeface="B Badr" pitchFamily="2" charset="-78"/>
            </a:endParaRPr>
          </a:p>
          <a:p>
            <a:pPr algn="r" rtl="1" eaLnBrk="1" hangingPunct="1"/>
            <a:r>
              <a:rPr lang="fa-IR" altLang="fa-IR" sz="2000" dirty="0" smtClean="0">
                <a:cs typeface="B Badr" pitchFamily="2" charset="-78"/>
              </a:rPr>
              <a:t>در جدول لیست زنبورستان ها به منظور مدیریت اطلاعات، امکان "</a:t>
            </a:r>
            <a:r>
              <a:rPr lang="fa-IR" altLang="fa-IR" sz="2000" dirty="0" smtClean="0">
                <a:solidFill>
                  <a:srgbClr val="C00000"/>
                </a:solidFill>
                <a:cs typeface="B Badr" pitchFamily="2" charset="-78"/>
              </a:rPr>
              <a:t>نمایش</a:t>
            </a:r>
            <a:r>
              <a:rPr lang="fa-IR" altLang="fa-IR" sz="2000" dirty="0" smtClean="0">
                <a:cs typeface="B Badr" pitchFamily="2" charset="-78"/>
              </a:rPr>
              <a:t>" "</a:t>
            </a:r>
            <a:r>
              <a:rPr lang="fa-IR" altLang="fa-IR" sz="2000" dirty="0" smtClean="0">
                <a:solidFill>
                  <a:srgbClr val="C00000"/>
                </a:solidFill>
                <a:cs typeface="B Badr" pitchFamily="2" charset="-78"/>
              </a:rPr>
              <a:t>ویرایش</a:t>
            </a:r>
            <a:r>
              <a:rPr lang="fa-IR" altLang="fa-IR" sz="2000" dirty="0" smtClean="0">
                <a:cs typeface="B Badr" pitchFamily="2" charset="-78"/>
              </a:rPr>
              <a:t>" "</a:t>
            </a:r>
            <a:r>
              <a:rPr lang="fa-IR" altLang="fa-IR" sz="2000" dirty="0" smtClean="0">
                <a:solidFill>
                  <a:srgbClr val="C00000"/>
                </a:solidFill>
                <a:cs typeface="B Badr" pitchFamily="2" charset="-78"/>
              </a:rPr>
              <a:t>حذف</a:t>
            </a:r>
            <a:r>
              <a:rPr lang="fa-IR" altLang="fa-IR" sz="2000" dirty="0" smtClean="0">
                <a:cs typeface="B Badr" pitchFamily="2" charset="-78"/>
              </a:rPr>
              <a:t>" برای هر یک از زنبورستان ها </a:t>
            </a:r>
            <a:r>
              <a:rPr lang="fa-IR" altLang="fa-IR" sz="2000" dirty="0">
                <a:cs typeface="B Badr" pitchFamily="2" charset="-78"/>
              </a:rPr>
              <a:t> </a:t>
            </a:r>
            <a:r>
              <a:rPr lang="fa-IR" altLang="fa-IR" sz="2000" dirty="0" smtClean="0">
                <a:cs typeface="B Badr" pitchFamily="2" charset="-78"/>
              </a:rPr>
              <a:t>و همچنین ویرایش بخش تجهیزات وجود دارد </a:t>
            </a:r>
            <a:endParaRPr lang="en-US" altLang="fa-IR" sz="2000" dirty="0" smtClean="0">
              <a:cs typeface="B Badr" pitchFamily="2" charset="-78"/>
            </a:endParaRPr>
          </a:p>
          <a:p>
            <a:pPr algn="r" rtl="1" eaLnBrk="1" hangingPunct="1">
              <a:buFont typeface="Arial" charset="0"/>
              <a:buNone/>
            </a:pPr>
            <a:endParaRPr lang="en-US" altLang="fa-IR" sz="2000" dirty="0" smtClean="0">
              <a:cs typeface="B Badr" pitchFamily="2" charset="-78"/>
            </a:endParaRPr>
          </a:p>
          <a:p>
            <a:pPr algn="r" rtl="1" eaLnBrk="1" hangingPunct="1"/>
            <a:endParaRPr lang="en-US" altLang="fa-IR" sz="2000" dirty="0" smtClean="0">
              <a:cs typeface="B Badr" pitchFamily="2" charset="-78"/>
            </a:endParaRPr>
          </a:p>
        </p:txBody>
      </p:sp>
      <p:pic>
        <p:nvPicPr>
          <p:cNvPr id="3277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65"/>
          <a:stretch>
            <a:fillRect/>
          </a:stretch>
        </p:blipFill>
        <p:spPr bwMode="auto">
          <a:xfrm>
            <a:off x="2571750" y="142875"/>
            <a:ext cx="142875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0" t="37761" r="2969" b="26042"/>
          <a:stretch/>
        </p:blipFill>
        <p:spPr bwMode="auto">
          <a:xfrm>
            <a:off x="266700" y="2895600"/>
            <a:ext cx="8540293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908235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>
          <a:xfrm>
            <a:off x="771525" y="71438"/>
            <a:ext cx="8229600" cy="868362"/>
          </a:xfrm>
        </p:spPr>
        <p:txBody>
          <a:bodyPr/>
          <a:lstStyle/>
          <a:p>
            <a:pPr algn="r" eaLnBrk="1" hangingPunct="1"/>
            <a:r>
              <a:rPr lang="fa-IR" altLang="fa-IR" sz="3600" smtClean="0">
                <a:solidFill>
                  <a:srgbClr val="C00000"/>
                </a:solidFill>
                <a:cs typeface="B Titr" pitchFamily="2" charset="-78"/>
              </a:rPr>
              <a:t>ثبت زنبورستان ناشناس</a:t>
            </a:r>
            <a:endParaRPr lang="en-US" altLang="fa-IR" sz="3600" smtClean="0">
              <a:solidFill>
                <a:srgbClr val="C00000"/>
              </a:solidFill>
              <a:cs typeface="B Titr" pitchFamily="2" charset="-78"/>
            </a:endParaRP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500063" y="857250"/>
            <a:ext cx="8229600" cy="1328738"/>
          </a:xfrm>
        </p:spPr>
        <p:txBody>
          <a:bodyPr/>
          <a:lstStyle/>
          <a:p>
            <a:pPr algn="r" rtl="1" eaLnBrk="1" hangingPunct="1">
              <a:buFont typeface="Arial" charset="0"/>
              <a:buNone/>
            </a:pPr>
            <a:r>
              <a:rPr lang="fa-IR" altLang="fa-IR" sz="2000" smtClean="0">
                <a:cs typeface="B Badr" pitchFamily="2" charset="-78"/>
              </a:rPr>
              <a:t>این گزینه به منظور ثبت زنبورستان هایی است که بهره بردار آن شناسایی نشده است</a:t>
            </a:r>
            <a:endParaRPr lang="en-US" altLang="fa-IR" sz="2000" smtClean="0">
              <a:cs typeface="B Badr" pitchFamily="2" charset="-78"/>
            </a:endParaRPr>
          </a:p>
          <a:p>
            <a:pPr algn="r" rtl="1" eaLnBrk="1" hangingPunct="1">
              <a:buFont typeface="Arial" charset="0"/>
              <a:buNone/>
            </a:pPr>
            <a:r>
              <a:rPr lang="fa-IR" altLang="fa-IR" sz="2000" smtClean="0">
                <a:cs typeface="B Badr" pitchFamily="2" charset="-78"/>
              </a:rPr>
              <a:t>با انتخاب این گزینه، پنجره زیر جهت ثبت اطلاعات زنبورستان مذبور ظاهر می گردد</a:t>
            </a:r>
            <a:endParaRPr lang="en-US" altLang="fa-IR" sz="2000" smtClean="0">
              <a:cs typeface="B Badr" pitchFamily="2" charset="-78"/>
            </a:endParaRPr>
          </a:p>
          <a:p>
            <a:pPr algn="r" rtl="1" eaLnBrk="1" hangingPunct="1">
              <a:buFont typeface="Arial" charset="0"/>
              <a:buNone/>
            </a:pPr>
            <a:endParaRPr lang="en-US" altLang="fa-IR" sz="2000" smtClean="0">
              <a:cs typeface="B Badr" pitchFamily="2" charset="-78"/>
            </a:endParaRPr>
          </a:p>
          <a:p>
            <a:pPr algn="r" rtl="1" eaLnBrk="1" hangingPunct="1"/>
            <a:endParaRPr lang="en-US" altLang="fa-IR" sz="2000" smtClean="0">
              <a:cs typeface="B Badr" pitchFamily="2" charset="-78"/>
            </a:endParaRPr>
          </a:p>
        </p:txBody>
      </p:sp>
      <p:pic>
        <p:nvPicPr>
          <p:cNvPr id="33796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543"/>
          <a:stretch>
            <a:fillRect/>
          </a:stretch>
        </p:blipFill>
        <p:spPr bwMode="auto">
          <a:xfrm>
            <a:off x="2286000" y="142875"/>
            <a:ext cx="1785938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75" t="19531" r="21631" b="13086"/>
          <a:stretch>
            <a:fillRect/>
          </a:stretch>
        </p:blipFill>
        <p:spPr bwMode="auto">
          <a:xfrm>
            <a:off x="1643063" y="1643063"/>
            <a:ext cx="5715000" cy="4929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2744965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>
          <a:xfrm>
            <a:off x="4357688" y="71438"/>
            <a:ext cx="4643437" cy="868362"/>
          </a:xfrm>
        </p:spPr>
        <p:txBody>
          <a:bodyPr/>
          <a:lstStyle/>
          <a:p>
            <a:pPr algn="r" eaLnBrk="1" hangingPunct="1"/>
            <a:r>
              <a:rPr lang="fa-IR" altLang="fa-IR" sz="2400" smtClean="0">
                <a:solidFill>
                  <a:srgbClr val="C00000"/>
                </a:solidFill>
                <a:cs typeface="B Titr" pitchFamily="2" charset="-78"/>
              </a:rPr>
              <a:t>گزارش خاتمه ثبت اطلاعات زنبورستان ها</a:t>
            </a:r>
            <a:endParaRPr lang="en-US" altLang="fa-IR" sz="2400" smtClean="0">
              <a:solidFill>
                <a:srgbClr val="C00000"/>
              </a:solidFill>
              <a:cs typeface="B Titr" pitchFamily="2" charset="-78"/>
            </a:endParaRP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500063" y="857250"/>
            <a:ext cx="8229600" cy="1328738"/>
          </a:xfrm>
        </p:spPr>
        <p:txBody>
          <a:bodyPr/>
          <a:lstStyle/>
          <a:p>
            <a:pPr algn="r" rtl="1" eaLnBrk="1" hangingPunct="1">
              <a:buFont typeface="Arial" charset="0"/>
              <a:buNone/>
            </a:pPr>
            <a:r>
              <a:rPr lang="fa-IR" altLang="fa-IR" sz="2000" smtClean="0">
                <a:cs typeface="B Badr" pitchFamily="2" charset="-78"/>
              </a:rPr>
              <a:t>بعد از اتمام سرشماری اطمینان از ایجاد و ویرایش اطلاعات آنها، لازم است از قسمت " گزارش خاتمه ثبت اطلاعات زنبورستان ها " وارد شده و سپس گزینه تأیید را انتخاب نمایید</a:t>
            </a:r>
            <a:endParaRPr lang="en-US" altLang="fa-IR" sz="2000" smtClean="0">
              <a:cs typeface="B Badr" pitchFamily="2" charset="-78"/>
            </a:endParaRPr>
          </a:p>
          <a:p>
            <a:pPr algn="r" rtl="1" eaLnBrk="1" hangingPunct="1">
              <a:buFont typeface="Arial" charset="0"/>
              <a:buNone/>
            </a:pPr>
            <a:endParaRPr lang="en-US" altLang="fa-IR" sz="2000" smtClean="0">
              <a:cs typeface="B Badr" pitchFamily="2" charset="-78"/>
            </a:endParaRPr>
          </a:p>
          <a:p>
            <a:pPr algn="r" rtl="1" eaLnBrk="1" hangingPunct="1"/>
            <a:endParaRPr lang="en-US" altLang="fa-IR" sz="2000" smtClean="0">
              <a:cs typeface="B Badr" pitchFamily="2" charset="-78"/>
            </a:endParaRPr>
          </a:p>
        </p:txBody>
      </p:sp>
      <p:pic>
        <p:nvPicPr>
          <p:cNvPr id="3482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087"/>
          <a:stretch>
            <a:fillRect/>
          </a:stretch>
        </p:blipFill>
        <p:spPr bwMode="auto">
          <a:xfrm>
            <a:off x="1714500" y="214313"/>
            <a:ext cx="2643188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59" t="16602" r="12842" b="24805"/>
          <a:stretch>
            <a:fillRect/>
          </a:stretch>
        </p:blipFill>
        <p:spPr bwMode="auto">
          <a:xfrm>
            <a:off x="571500" y="1928813"/>
            <a:ext cx="7929563" cy="4643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020214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4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2400"/>
            <a:ext cx="8153400" cy="655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20169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146175" y="4316413"/>
            <a:ext cx="6715125" cy="1855787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a-IR" sz="3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itchFamily="2" charset="-78"/>
              </a:rPr>
              <a:t>موفق و پیروز باشید</a:t>
            </a:r>
            <a:br>
              <a:rPr lang="fa-IR" sz="3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itchFamily="2" charset="-78"/>
              </a:rPr>
            </a:br>
            <a:r>
              <a:rPr lang="fa-IR" sz="3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itchFamily="2" charset="-78"/>
              </a:rPr>
              <a:t/>
            </a:r>
            <a:br>
              <a:rPr lang="fa-IR" sz="3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itchFamily="2" charset="-78"/>
              </a:rPr>
            </a:br>
            <a:r>
              <a:rPr lang="fa-IR" sz="18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itchFamily="2" charset="-78"/>
              </a:rPr>
              <a:t>دفتر توسعه زنبورداری کشور</a:t>
            </a:r>
            <a:r>
              <a:rPr lang="fa-IR" sz="3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itchFamily="2" charset="-78"/>
              </a:rPr>
              <a:t/>
            </a:r>
            <a:br>
              <a:rPr lang="fa-IR" sz="3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itchFamily="2" charset="-78"/>
              </a:rPr>
            </a:br>
            <a:r>
              <a:rPr lang="fa-IR" sz="30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B Titr" pitchFamily="2" charset="-78"/>
              </a:rPr>
              <a:t> </a:t>
            </a:r>
            <a:endParaRPr lang="fa-IR" sz="3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B Titr" pitchFamily="2" charset="-78"/>
            </a:endParaRPr>
          </a:p>
        </p:txBody>
      </p:sp>
      <p:sp>
        <p:nvSpPr>
          <p:cNvPr id="36867" name="TextBox 5"/>
          <p:cNvSpPr txBox="1">
            <a:spLocks noChangeArrowheads="1"/>
          </p:cNvSpPr>
          <p:nvPr/>
        </p:nvSpPr>
        <p:spPr bwMode="auto">
          <a:xfrm>
            <a:off x="522288" y="304800"/>
            <a:ext cx="7859712" cy="355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rtl="0"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rtl="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 rtl="1" eaLnBrk="1" fontAlgn="base" hangingPunct="1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1800" smtClean="0">
                <a:solidFill>
                  <a:srgbClr val="000000"/>
                </a:solidFill>
                <a:cs typeface="B Titr" pitchFamily="2" charset="-78"/>
              </a:rPr>
              <a:t>در خصوص موارد تخصصی زنبورعسل لطفاً با کارشناسان محترم معاونت بهبود تولیدات دامی در </a:t>
            </a:r>
          </a:p>
          <a:p>
            <a:pPr algn="r" rtl="1" eaLnBrk="1" fontAlgn="base" hangingPunct="1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1800" smtClean="0">
                <a:solidFill>
                  <a:srgbClr val="000000"/>
                </a:solidFill>
                <a:cs typeface="B Titr" pitchFamily="2" charset="-78"/>
              </a:rPr>
              <a:t>مرکز استان و شهرستان ها ی محل خدمت خود تماس حاصل فرمایید . </a:t>
            </a:r>
          </a:p>
          <a:p>
            <a:pPr algn="r" rtl="1" eaLnBrk="1" fontAlgn="base" hangingPunct="1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1800" smtClean="0">
                <a:solidFill>
                  <a:srgbClr val="000000"/>
                </a:solidFill>
                <a:cs typeface="B Titr" pitchFamily="2" charset="-78"/>
              </a:rPr>
              <a:t>همکاران ما در پشتیبانی سامانه ، آماده پاسخگویی به سئوالات  شما عزیزان  در خصوص</a:t>
            </a:r>
          </a:p>
          <a:p>
            <a:pPr algn="r" rtl="1" eaLnBrk="1" fontAlgn="base" hangingPunct="1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fa-IR" altLang="fa-IR" sz="1800" smtClean="0">
                <a:solidFill>
                  <a:srgbClr val="000000"/>
                </a:solidFill>
                <a:cs typeface="B Titr" pitchFamily="2" charset="-78"/>
              </a:rPr>
              <a:t>تکمیل فرم ها و  ثبت اطلاعات میباشد .</a:t>
            </a:r>
          </a:p>
          <a:p>
            <a:pPr algn="r" rtl="1" eaLnBrk="1" fontAlgn="base" hangingPunct="1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fa-IR" altLang="fa-IR" sz="1800" smtClean="0">
              <a:solidFill>
                <a:srgbClr val="000000"/>
              </a:solidFill>
              <a:cs typeface="B Titr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87353191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ee4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Bee4" id="{913A4739-FDD2-40DD-9CFF-77847801A49B}" vid="{890CFFDA-5E0A-4699-8E13-328AAA5CE2E7}"/>
    </a:ext>
  </a:extLst>
</a:theme>
</file>

<file path=ppt/theme/theme4.xml><?xml version="1.0" encoding="utf-8"?>
<a:theme xmlns:a="http://schemas.openxmlformats.org/drawingml/2006/main" name="Bee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Bee2" id="{0DE63C71-8052-4961-9A4D-66F288C54358}" vid="{FB0D578F-3016-4F99-AA0B-93D8C1180547}"/>
    </a:ext>
  </a:extLst>
</a:theme>
</file>

<file path=ppt/theme/theme5.xml><?xml version="1.0" encoding="utf-8"?>
<a:theme xmlns:a="http://schemas.openxmlformats.org/drawingml/2006/main" name="Bee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Bee3" id="{F53B42C1-9575-4BFA-992E-142C356B0B32}" vid="{92298811-12E2-444E-920A-CC274F2C624F}"/>
    </a:ext>
  </a:extLst>
</a:theme>
</file>

<file path=ppt/theme/theme6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9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10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1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1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1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1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1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0.xml><?xml version="1.0" encoding="utf-8"?>
<a:theme xmlns:a="http://schemas.openxmlformats.org/drawingml/2006/main" name="1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17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2.xml><?xml version="1.0" encoding="utf-8"?>
<a:theme xmlns:a="http://schemas.openxmlformats.org/drawingml/2006/main" name="18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3.xml><?xml version="1.0" encoding="utf-8"?>
<a:theme xmlns:a="http://schemas.openxmlformats.org/drawingml/2006/main" name="19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4.xml><?xml version="1.0" encoding="utf-8"?>
<a:theme xmlns:a="http://schemas.openxmlformats.org/drawingml/2006/main" name="20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5.xml><?xml version="1.0" encoding="utf-8"?>
<a:theme xmlns:a="http://schemas.openxmlformats.org/drawingml/2006/main" name="2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1837</Words>
  <Application>Microsoft Office PowerPoint</Application>
  <PresentationFormat>On-screen Show (4:3)</PresentationFormat>
  <Paragraphs>175</Paragraphs>
  <Slides>39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25</vt:i4>
      </vt:variant>
      <vt:variant>
        <vt:lpstr>Slide Titles</vt:lpstr>
      </vt:variant>
      <vt:variant>
        <vt:i4>39</vt:i4>
      </vt:variant>
    </vt:vector>
  </HeadingPairs>
  <TitlesOfParts>
    <vt:vector size="64" baseType="lpstr">
      <vt:lpstr>Office Theme</vt:lpstr>
      <vt:lpstr>1_Office Theme</vt:lpstr>
      <vt:lpstr>Bee4</vt:lpstr>
      <vt:lpstr>Bee2</vt:lpstr>
      <vt:lpstr>Bee3</vt:lpstr>
      <vt:lpstr>2_Office Theme</vt:lpstr>
      <vt:lpstr>3_Office Theme</vt:lpstr>
      <vt:lpstr>4_Office Theme</vt:lpstr>
      <vt:lpstr>5_Office Theme</vt:lpstr>
      <vt:lpstr>6_Office Theme</vt:lpstr>
      <vt:lpstr>7_Office Theme</vt:lpstr>
      <vt:lpstr>8_Office Theme</vt:lpstr>
      <vt:lpstr>9_Office Theme</vt:lpstr>
      <vt:lpstr>10_Office Theme</vt:lpstr>
      <vt:lpstr>11_Office Theme</vt:lpstr>
      <vt:lpstr>12_Office Theme</vt:lpstr>
      <vt:lpstr>13_Office Theme</vt:lpstr>
      <vt:lpstr>14_Office Theme</vt:lpstr>
      <vt:lpstr>15_Office Theme</vt:lpstr>
      <vt:lpstr>16_Office Theme</vt:lpstr>
      <vt:lpstr>17_Office Theme</vt:lpstr>
      <vt:lpstr>18_Office Theme</vt:lpstr>
      <vt:lpstr>19_Office Theme</vt:lpstr>
      <vt:lpstr>20_Office Theme</vt:lpstr>
      <vt:lpstr>21_Office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تعاریف اولیه مر بوط به تکمیل فرمها </vt:lpstr>
      <vt:lpstr>تعاریف اولیه مر بوط به تکمیل فرمها </vt:lpstr>
      <vt:lpstr>تعاریف اولیه مر بوط به تکمیل فرمها </vt:lpstr>
      <vt:lpstr>تعاریف اولیه مر بوط به تکمیل فرمها  </vt:lpstr>
      <vt:lpstr>تعاریف اولیه مر بوط به تکمیل فرمها </vt:lpstr>
      <vt:lpstr>تعاریف اولیه مر بوط به تکمیل فرمها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عدم جابجائی کندوها در زمان آمارگیری  (5 لغایت 17 مهر 1404)</vt:lpstr>
      <vt:lpstr>کندوهای مدرن ، صنعتی</vt:lpstr>
      <vt:lpstr>کندوهای سنتی </vt:lpstr>
      <vt:lpstr>زنبوردرهرجایی خانه می سازد اما درآمارگیری کندوحساب نمی گردد. </vt:lpstr>
      <vt:lpstr>چندین طبقه روی هم فقط یک کندو محاسبه می گردد</vt:lpstr>
      <vt:lpstr>ثبت اطلاعات در سامانه</vt:lpstr>
      <vt:lpstr>از قسمت اطلاعات اختصاصی، آیکون زنبور عسل را کلیک کنید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جستجوی یک زنبور دار </vt:lpstr>
      <vt:lpstr>PowerPoint Presentation</vt:lpstr>
      <vt:lpstr>PowerPoint Presentation</vt:lpstr>
      <vt:lpstr>لیست زنبوردارهای ثبت شده </vt:lpstr>
      <vt:lpstr>ثبت زنبورستان ناشناس</vt:lpstr>
      <vt:lpstr>گزارش خاتمه ثبت اطلاعات زنبورستان ها</vt:lpstr>
      <vt:lpstr>PowerPoint Presentation</vt:lpstr>
      <vt:lpstr>موفق و پیروز باشید  دفتر توسعه زنبورداری کشور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fatemeh majidi</dc:creator>
  <cp:lastModifiedBy>ali</cp:lastModifiedBy>
  <cp:revision>19</cp:revision>
  <dcterms:created xsi:type="dcterms:W3CDTF">2006-08-16T00:00:00Z</dcterms:created>
  <dcterms:modified xsi:type="dcterms:W3CDTF">2025-09-02T13:16:23Z</dcterms:modified>
</cp:coreProperties>
</file>